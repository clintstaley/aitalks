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59.xml" ContentType="application/vnd.openxmlformats-officedocument.theme+xml"/>
  <Override PartName="/ppt/theme/theme4.xml" ContentType="application/vnd.openxmlformats-officedocument.theme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3.xml" ContentType="application/vnd.openxmlformats-officedocument.theme+xml"/>
  <Override PartName="/ppt/theme/theme58.xml" ContentType="application/vnd.openxmlformats-officedocument.theme+xml"/>
  <Override PartName="/ppt/theme/theme27.xml" ContentType="application/vnd.openxmlformats-officedocument.theme+xml"/>
  <Override PartName="/ppt/theme/theme5.xml" ContentType="application/vnd.openxmlformats-officedocument.theme+xml"/>
  <Override PartName="/ppt/theme/theme57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21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6.xml" ContentType="application/vnd.openxmlformats-officedocument.theme+xml"/>
  <Override PartName="/ppt/theme/theme24.xml" ContentType="application/vnd.openxmlformats-officedocument.theme+xml"/>
  <Override PartName="/ppt/theme/theme42.xml" ContentType="application/vnd.openxmlformats-officedocument.theme+xml"/>
  <Override PartName="/ppt/theme/theme7.xml" ContentType="application/vnd.openxmlformats-officedocument.theme+xml"/>
  <Override PartName="/ppt/theme/theme25.xml" ContentType="application/vnd.openxmlformats-officedocument.theme+xml"/>
  <Override PartName="/ppt/theme/theme43.xml" ContentType="application/vnd.openxmlformats-officedocument.theme+xml"/>
  <Override PartName="/ppt/theme/theme55.xml" ContentType="application/vnd.openxmlformats-officedocument.theme+xml"/>
  <Override PartName="/ppt/theme/theme8.xml" ContentType="application/vnd.openxmlformats-officedocument.theme+xml"/>
  <Override PartName="/ppt/theme/theme44.xml" ContentType="application/vnd.openxmlformats-officedocument.theme+xml"/>
  <Override PartName="/ppt/theme/theme54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2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3" r:id="rId23"/>
    <p:sldMasterId id="2147483695" r:id="rId24"/>
    <p:sldMasterId id="2147483697" r:id="rId25"/>
    <p:sldMasterId id="2147483699" r:id="rId26"/>
    <p:sldMasterId id="2147483701" r:id="rId27"/>
    <p:sldMasterId id="2147483703" r:id="rId28"/>
    <p:sldMasterId id="2147483705" r:id="rId29"/>
    <p:sldMasterId id="2147483707" r:id="rId30"/>
    <p:sldMasterId id="2147483709" r:id="rId31"/>
    <p:sldMasterId id="2147483711" r:id="rId32"/>
    <p:sldMasterId id="2147483713" r:id="rId33"/>
    <p:sldMasterId id="2147483715" r:id="rId34"/>
    <p:sldMasterId id="2147483718" r:id="rId35"/>
    <p:sldMasterId id="2147483720" r:id="rId36"/>
    <p:sldMasterId id="2147483722" r:id="rId37"/>
    <p:sldMasterId id="2147483724" r:id="rId38"/>
    <p:sldMasterId id="2147483726" r:id="rId39"/>
    <p:sldMasterId id="2147483728" r:id="rId40"/>
    <p:sldMasterId id="2147483730" r:id="rId41"/>
    <p:sldMasterId id="2147483732" r:id="rId42"/>
    <p:sldMasterId id="2147483734" r:id="rId43"/>
    <p:sldMasterId id="2147483736" r:id="rId44"/>
    <p:sldMasterId id="2147483738" r:id="rId45"/>
    <p:sldMasterId id="2147483740" r:id="rId46"/>
    <p:sldMasterId id="2147483742" r:id="rId47"/>
    <p:sldMasterId id="2147483744" r:id="rId48"/>
    <p:sldMasterId id="2147483746" r:id="rId49"/>
    <p:sldMasterId id="2147483748" r:id="rId50"/>
    <p:sldMasterId id="2147483750" r:id="rId51"/>
    <p:sldMasterId id="2147483752" r:id="rId52"/>
    <p:sldMasterId id="2147483754" r:id="rId53"/>
    <p:sldMasterId id="2147483756" r:id="rId54"/>
    <p:sldMasterId id="2147483758" r:id="rId55"/>
    <p:sldMasterId id="2147483760" r:id="rId56"/>
    <p:sldMasterId id="2147483762" r:id="rId57"/>
    <p:sldMasterId id="2147483764" r:id="rId58"/>
    <p:sldMasterId id="2147483766" r:id="rId59"/>
    <p:sldMasterId id="2147483768" r:id="rId60"/>
    <p:sldMasterId id="2147483770" r:id="rId61"/>
    <p:sldMasterId id="2147483772" r:id="rId62"/>
    <p:sldMasterId id="2147483774" r:id="rId63"/>
    <p:sldMasterId id="2147483776" r:id="rId64"/>
    <p:sldMasterId id="2147483778" r:id="rId65"/>
    <p:sldMasterId id="2147483780" r:id="rId66"/>
    <p:sldMasterId id="2147483782" r:id="rId67"/>
    <p:sldMasterId id="2147483784" r:id="rId68"/>
    <p:sldMasterId id="2147483786" r:id="rId69"/>
    <p:sldMasterId id="2147483788" r:id="rId70"/>
    <p:sldMasterId id="2147483790" r:id="rId71"/>
    <p:sldMasterId id="2147483792" r:id="rId72"/>
    <p:sldMasterId id="2147483794" r:id="rId73"/>
    <p:sldMasterId id="2147483796" r:id="rId74"/>
    <p:sldMasterId id="2147483798" r:id="rId75"/>
    <p:sldMasterId id="2147483800" r:id="rId76"/>
    <p:sldMasterId id="2147483802" r:id="rId77"/>
    <p:sldMasterId id="2147483804" r:id="rId78"/>
    <p:sldMasterId id="2147483806" r:id="rId79"/>
    <p:sldMasterId id="2147483808" r:id="rId80"/>
    <p:sldMasterId id="2147483810" r:id="rId81"/>
    <p:sldMasterId id="2147483812" r:id="rId82"/>
    <p:sldMasterId id="2147483815" r:id="rId83"/>
    <p:sldMasterId id="2147483817" r:id="rId84"/>
    <p:sldMasterId id="2147483820" r:id="rId85"/>
  </p:sldMasterIdLst>
  <p:sldIdLst>
    <p:sldId id="256" r:id="rId86"/>
    <p:sldId id="257" r:id="rId87"/>
    <p:sldId id="258" r:id="rId88"/>
    <p:sldId id="259" r:id="rId89"/>
    <p:sldId id="260" r:id="rId90"/>
    <p:sldId id="261" r:id="rId91"/>
    <p:sldId id="262" r:id="rId92"/>
    <p:sldId id="263" r:id="rId93"/>
    <p:sldId id="264" r:id="rId94"/>
    <p:sldId id="265" r:id="rId95"/>
    <p:sldId id="266" r:id="rId9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5.xml"/><Relationship Id="rId24" Type="http://schemas.openxmlformats.org/officeDocument/2006/relationships/slideMaster" Target="slideMasters/slideMaster26.xml"/><Relationship Id="rId25" Type="http://schemas.openxmlformats.org/officeDocument/2006/relationships/slideMaster" Target="slideMasters/slideMaster27.xml"/><Relationship Id="rId26" Type="http://schemas.openxmlformats.org/officeDocument/2006/relationships/slideMaster" Target="slideMasters/slideMaster28.xml"/><Relationship Id="rId27" Type="http://schemas.openxmlformats.org/officeDocument/2006/relationships/slideMaster" Target="slideMasters/slideMaster29.xml"/><Relationship Id="rId28" Type="http://schemas.openxmlformats.org/officeDocument/2006/relationships/slideMaster" Target="slideMasters/slideMaster30.xml"/><Relationship Id="rId29" Type="http://schemas.openxmlformats.org/officeDocument/2006/relationships/slideMaster" Target="slideMasters/slideMaster31.xml"/><Relationship Id="rId30" Type="http://schemas.openxmlformats.org/officeDocument/2006/relationships/slideMaster" Target="slideMasters/slideMaster32.xml"/><Relationship Id="rId31" Type="http://schemas.openxmlformats.org/officeDocument/2006/relationships/slideMaster" Target="slideMasters/slideMaster33.xml"/><Relationship Id="rId32" Type="http://schemas.openxmlformats.org/officeDocument/2006/relationships/slideMaster" Target="slideMasters/slideMaster34.xml"/><Relationship Id="rId33" Type="http://schemas.openxmlformats.org/officeDocument/2006/relationships/slideMaster" Target="slideMasters/slideMaster35.xml"/><Relationship Id="rId34" Type="http://schemas.openxmlformats.org/officeDocument/2006/relationships/slideMaster" Target="slideMasters/slideMaster36.xml"/><Relationship Id="rId35" Type="http://schemas.openxmlformats.org/officeDocument/2006/relationships/slideMaster" Target="slideMasters/slideMaster38.xml"/><Relationship Id="rId36" Type="http://schemas.openxmlformats.org/officeDocument/2006/relationships/slideMaster" Target="slideMasters/slideMaster39.xml"/><Relationship Id="rId37" Type="http://schemas.openxmlformats.org/officeDocument/2006/relationships/slideMaster" Target="slideMasters/slideMaster40.xml"/><Relationship Id="rId38" Type="http://schemas.openxmlformats.org/officeDocument/2006/relationships/slideMaster" Target="slideMasters/slideMaster41.xml"/><Relationship Id="rId39" Type="http://schemas.openxmlformats.org/officeDocument/2006/relationships/slideMaster" Target="slideMasters/slideMaster42.xml"/><Relationship Id="rId40" Type="http://schemas.openxmlformats.org/officeDocument/2006/relationships/slideMaster" Target="slideMasters/slideMaster43.xml"/><Relationship Id="rId41" Type="http://schemas.openxmlformats.org/officeDocument/2006/relationships/slideMaster" Target="slideMasters/slideMaster44.xml"/><Relationship Id="rId42" Type="http://schemas.openxmlformats.org/officeDocument/2006/relationships/slideMaster" Target="slideMasters/slideMaster45.xml"/><Relationship Id="rId43" Type="http://schemas.openxmlformats.org/officeDocument/2006/relationships/slideMaster" Target="slideMasters/slideMaster46.xml"/><Relationship Id="rId44" Type="http://schemas.openxmlformats.org/officeDocument/2006/relationships/slideMaster" Target="slideMasters/slideMaster47.xml"/><Relationship Id="rId45" Type="http://schemas.openxmlformats.org/officeDocument/2006/relationships/slideMaster" Target="slideMasters/slideMaster48.xml"/><Relationship Id="rId46" Type="http://schemas.openxmlformats.org/officeDocument/2006/relationships/slideMaster" Target="slideMasters/slideMaster49.xml"/><Relationship Id="rId47" Type="http://schemas.openxmlformats.org/officeDocument/2006/relationships/slideMaster" Target="slideMasters/slideMaster50.xml"/><Relationship Id="rId48" Type="http://schemas.openxmlformats.org/officeDocument/2006/relationships/slideMaster" Target="slideMasters/slideMaster51.xml"/><Relationship Id="rId49" Type="http://schemas.openxmlformats.org/officeDocument/2006/relationships/slideMaster" Target="slideMasters/slideMaster52.xml"/><Relationship Id="rId50" Type="http://schemas.openxmlformats.org/officeDocument/2006/relationships/slideMaster" Target="slideMasters/slideMaster53.xml"/><Relationship Id="rId51" Type="http://schemas.openxmlformats.org/officeDocument/2006/relationships/slideMaster" Target="slideMasters/slideMaster54.xml"/><Relationship Id="rId52" Type="http://schemas.openxmlformats.org/officeDocument/2006/relationships/slideMaster" Target="slideMasters/slideMaster55.xml"/><Relationship Id="rId53" Type="http://schemas.openxmlformats.org/officeDocument/2006/relationships/slideMaster" Target="slideMasters/slideMaster56.xml"/><Relationship Id="rId54" Type="http://schemas.openxmlformats.org/officeDocument/2006/relationships/slideMaster" Target="slideMasters/slideMaster57.xml"/><Relationship Id="rId55" Type="http://schemas.openxmlformats.org/officeDocument/2006/relationships/slideMaster" Target="slideMasters/slideMaster58.xml"/><Relationship Id="rId56" Type="http://schemas.openxmlformats.org/officeDocument/2006/relationships/slideMaster" Target="slideMasters/slideMaster59.xml"/><Relationship Id="rId57" Type="http://schemas.openxmlformats.org/officeDocument/2006/relationships/slideMaster" Target="slideMasters/slideMaster60.xml"/><Relationship Id="rId58" Type="http://schemas.openxmlformats.org/officeDocument/2006/relationships/slideMaster" Target="slideMasters/slideMaster61.xml"/><Relationship Id="rId59" Type="http://schemas.openxmlformats.org/officeDocument/2006/relationships/slideMaster" Target="slideMasters/slideMaster62.xml"/><Relationship Id="rId60" Type="http://schemas.openxmlformats.org/officeDocument/2006/relationships/slideMaster" Target="slideMasters/slideMaster63.xml"/><Relationship Id="rId61" Type="http://schemas.openxmlformats.org/officeDocument/2006/relationships/slideMaster" Target="slideMasters/slideMaster64.xml"/><Relationship Id="rId62" Type="http://schemas.openxmlformats.org/officeDocument/2006/relationships/slideMaster" Target="slideMasters/slideMaster65.xml"/><Relationship Id="rId63" Type="http://schemas.openxmlformats.org/officeDocument/2006/relationships/slideMaster" Target="slideMasters/slideMaster66.xml"/><Relationship Id="rId64" Type="http://schemas.openxmlformats.org/officeDocument/2006/relationships/slideMaster" Target="slideMasters/slideMaster67.xml"/><Relationship Id="rId65" Type="http://schemas.openxmlformats.org/officeDocument/2006/relationships/slideMaster" Target="slideMasters/slideMaster68.xml"/><Relationship Id="rId66" Type="http://schemas.openxmlformats.org/officeDocument/2006/relationships/slideMaster" Target="slideMasters/slideMaster69.xml"/><Relationship Id="rId67" Type="http://schemas.openxmlformats.org/officeDocument/2006/relationships/slideMaster" Target="slideMasters/slideMaster70.xml"/><Relationship Id="rId68" Type="http://schemas.openxmlformats.org/officeDocument/2006/relationships/slideMaster" Target="slideMasters/slideMaster71.xml"/><Relationship Id="rId69" Type="http://schemas.openxmlformats.org/officeDocument/2006/relationships/slideMaster" Target="slideMasters/slideMaster72.xml"/><Relationship Id="rId70" Type="http://schemas.openxmlformats.org/officeDocument/2006/relationships/slideMaster" Target="slideMasters/slideMaster73.xml"/><Relationship Id="rId71" Type="http://schemas.openxmlformats.org/officeDocument/2006/relationships/slideMaster" Target="slideMasters/slideMaster74.xml"/><Relationship Id="rId72" Type="http://schemas.openxmlformats.org/officeDocument/2006/relationships/slideMaster" Target="slideMasters/slideMaster75.xml"/><Relationship Id="rId73" Type="http://schemas.openxmlformats.org/officeDocument/2006/relationships/slideMaster" Target="slideMasters/slideMaster76.xml"/><Relationship Id="rId74" Type="http://schemas.openxmlformats.org/officeDocument/2006/relationships/slideMaster" Target="slideMasters/slideMaster77.xml"/><Relationship Id="rId75" Type="http://schemas.openxmlformats.org/officeDocument/2006/relationships/slideMaster" Target="slideMasters/slideMaster78.xml"/><Relationship Id="rId76" Type="http://schemas.openxmlformats.org/officeDocument/2006/relationships/slideMaster" Target="slideMasters/slideMaster79.xml"/><Relationship Id="rId77" Type="http://schemas.openxmlformats.org/officeDocument/2006/relationships/slideMaster" Target="slideMasters/slideMaster80.xml"/><Relationship Id="rId78" Type="http://schemas.openxmlformats.org/officeDocument/2006/relationships/slideMaster" Target="slideMasters/slideMaster81.xml"/><Relationship Id="rId79" Type="http://schemas.openxmlformats.org/officeDocument/2006/relationships/slideMaster" Target="slideMasters/slideMaster82.xml"/><Relationship Id="rId80" Type="http://schemas.openxmlformats.org/officeDocument/2006/relationships/slideMaster" Target="slideMasters/slideMaster83.xml"/><Relationship Id="rId81" Type="http://schemas.openxmlformats.org/officeDocument/2006/relationships/slideMaster" Target="slideMasters/slideMaster84.xml"/><Relationship Id="rId82" Type="http://schemas.openxmlformats.org/officeDocument/2006/relationships/slideMaster" Target="slideMasters/slideMaster85.xml"/><Relationship Id="rId83" Type="http://schemas.openxmlformats.org/officeDocument/2006/relationships/slideMaster" Target="slideMasters/slideMaster87.xml"/><Relationship Id="rId84" Type="http://schemas.openxmlformats.org/officeDocument/2006/relationships/slideMaster" Target="slideMasters/slideMaster88.xml"/><Relationship Id="rId85" Type="http://schemas.openxmlformats.org/officeDocument/2006/relationships/slideMaster" Target="slideMasters/slideMaster90.xml"/><Relationship Id="rId86" Type="http://schemas.openxmlformats.org/officeDocument/2006/relationships/slide" Target="slides/slide1.xml"/><Relationship Id="rId87" Type="http://schemas.openxmlformats.org/officeDocument/2006/relationships/slide" Target="slides/slide2.xml"/><Relationship Id="rId88" Type="http://schemas.openxmlformats.org/officeDocument/2006/relationships/slide" Target="slides/slide3.xml"/><Relationship Id="rId89" Type="http://schemas.openxmlformats.org/officeDocument/2006/relationships/slide" Target="slides/slide4.xml"/><Relationship Id="rId90" Type="http://schemas.openxmlformats.org/officeDocument/2006/relationships/slide" Target="slides/slide5.xml"/><Relationship Id="rId91" Type="http://schemas.openxmlformats.org/officeDocument/2006/relationships/slide" Target="slides/slide6.xml"/><Relationship Id="rId92" Type="http://schemas.openxmlformats.org/officeDocument/2006/relationships/slide" Target="slides/slide7.xml"/><Relationship Id="rId93" Type="http://schemas.openxmlformats.org/officeDocument/2006/relationships/slide" Target="slides/slide8.xml"/><Relationship Id="rId94" Type="http://schemas.openxmlformats.org/officeDocument/2006/relationships/slide" Target="slides/slide9.xml"/><Relationship Id="rId95" Type="http://schemas.openxmlformats.org/officeDocument/2006/relationships/slide" Target="slides/slide10.xml"/><Relationship Id="rId96" Type="http://schemas.openxmlformats.org/officeDocument/2006/relationships/slide" Target="slides/slide11.xml"/><Relationship Id="rId9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7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8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9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0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1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82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83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4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87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9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9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  <p:sldLayoutId id="2147483691" r:id="rId3"/>
    <p:sldLayoutId id="2147483692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2"/>
    <p:sldLayoutId id="2147483717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2"/>
    <p:sldLayoutId id="2147483814" r:id="rId3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2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2"/>
    <p:sldLayoutId id="2147483819" r:id="rId3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1"/>
          <p:cNvSpPr/>
          <p:nvPr/>
        </p:nvSpPr>
        <p:spPr>
          <a:xfrm>
            <a:off x="731520" y="2088360"/>
            <a:ext cx="906336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AI Update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Dr. Clint Staley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Dean of Sciences, UATX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CSC Professor Emeritus, Cal Poly SLO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4206240" y="2768400"/>
            <a:ext cx="16390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CustomShape 1"/>
          <p:cNvSpPr/>
          <p:nvPr/>
        </p:nvSpPr>
        <p:spPr>
          <a:xfrm>
            <a:off x="503640" y="4777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Current AI Events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ustomShape 2"/>
          <p:cNvSpPr/>
          <p:nvPr/>
        </p:nvSpPr>
        <p:spPr>
          <a:xfrm>
            <a:off x="503640" y="1326240"/>
            <a:ext cx="9063360" cy="32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Steady Frontier Model Improvement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Agents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Professional Impacts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Concerns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Center Economics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1"/>
          <p:cNvSpPr/>
          <p:nvPr/>
        </p:nvSpPr>
        <p:spPr>
          <a:xfrm>
            <a:off x="503640" y="1825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 Improvements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ustomShape 2"/>
          <p:cNvSpPr/>
          <p:nvPr/>
        </p:nvSpPr>
        <p:spPr>
          <a:xfrm>
            <a:off x="503640" y="1096920"/>
            <a:ext cx="906336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2025 vs today – notable improvements in coding, math, reasoning.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“Recursive self-improvement” may come soon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LLMs revising their own architecture and 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Not “stochastic parrots”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Research inside the models finds real concepts and reasoning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Mathematical research as evidence of reasoning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Navier-Stokes; unit distance; Erdos problems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3"/>
          <p:cNvSpPr/>
          <p:nvPr/>
        </p:nvSpPr>
        <p:spPr>
          <a:xfrm>
            <a:off x="503640" y="1825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Agents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CustomShape 4"/>
          <p:cNvSpPr/>
          <p:nvPr/>
        </p:nvSpPr>
        <p:spPr>
          <a:xfrm>
            <a:off x="503640" y="1096920"/>
            <a:ext cx="906336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LLM empowered to act, not just “talk”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System honors LLM requests for outside action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Access files and browse web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Alter local documents, code, databases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Access online stores, bank accounts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Used as personal “admin”, coder, purchasing agent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“Book my flights, and file the expense report”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8"/>
          <p:cNvSpPr/>
          <p:nvPr/>
        </p:nvSpPr>
        <p:spPr>
          <a:xfrm>
            <a:off x="503640" y="2257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Professional Impacts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CustomShape 8"/>
          <p:cNvSpPr/>
          <p:nvPr/>
        </p:nvSpPr>
        <p:spPr>
          <a:xfrm>
            <a:off x="503640" y="1326240"/>
            <a:ext cx="9063360" cy="32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Coding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agents can now do 90-100% of direct coding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Customer service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Junior finance and legal jobs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Routine roles of all sorts done by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Good news: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Using AI effectively enhances professional 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Individuals or small teams can do what once took dozens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5"/>
          <p:cNvSpPr/>
          <p:nvPr/>
        </p:nvSpPr>
        <p:spPr>
          <a:xfrm>
            <a:off x="503640" y="1825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Safety Concerns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CustomShape 6"/>
          <p:cNvSpPr/>
          <p:nvPr/>
        </p:nvSpPr>
        <p:spPr>
          <a:xfrm>
            <a:off x="503640" y="1096920"/>
            <a:ext cx="906336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Agentic AI can “hack” faster and at more depth than humans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Hugging Face incident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PHP security flaw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don’t know how smart it will get, and whether “alignment” will hold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Amodei’s “We Must Pace the Frontier” essay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Good news: Systems will become more secure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Using AI as a penetration tester is powerful new tool.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eases revision of systems, use of new languages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7"/>
          <p:cNvSpPr/>
          <p:nvPr/>
        </p:nvSpPr>
        <p:spPr>
          <a:xfrm>
            <a:off x="503640" y="182520"/>
            <a:ext cx="906336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Center Economics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CustomShape 12"/>
          <p:cNvSpPr/>
          <p:nvPr/>
        </p:nvSpPr>
        <p:spPr>
          <a:xfrm>
            <a:off x="503640" y="1096920"/>
            <a:ext cx="906336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Power consumption raising rates in various areas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	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Water for cooling also a concern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Supply constraints on memory, GPUs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178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Good news: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Water recycling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Past and future work on efficient “inference”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Possibility of on-orbit data centers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Shape 1"/>
          <p:cNvSpPr/>
          <p:nvPr/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AI Future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Shape 3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 Tech follows S-curves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Aerospace example, and two prior “winters” in neural networks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Option A: current S-curve plateaus in 1-2 years, absent deeper theory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Option B: plateau later, reaching AGI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Option C: advances to self-improving loop – “singularity”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Which one – depends on who you listen to.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Two years ago A:70% B:20%; C:10%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Now A:30% B:50%; C:20%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Need better theory so we can do more than guess!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Underlying math has huge potential for fourth S-curve after any near term plateau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92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UATX Doing?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 on breadth of learning, judgment, design, and effective use of AI.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Physical fitness still matters even with powerful physical machines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Mental fitness still matters even with powerful mental machines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over the “apprentice gap”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enhances capability, it does not replace 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Specifics: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Emphasis on no-transistors testing and evaluations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Clear standards on use and non-use of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Teaching constructive use of AI, e.g.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tutor or enhanced “textbook”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individual self-study in jr/sr years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lnSpc>
                <a:spcPct val="100000"/>
              </a:lnSpc>
              <a:spcBef>
                <a:spcPts val="1134"/>
              </a:spcBef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92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UATX Sciences Doing?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Embrace and Use AI effectively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 tedious computation and coding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Wolfram visitor this fall teaching DE and “data wrangling”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apply math and sciences to larger problems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 algebra on larger dimensions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Investigate AI impact on economy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“The Economy and AI”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 Research and Polaris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“Vibecoding hardware” this D-term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paper on on-orbit satellite 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lnSpc>
                <a:spcPct val="100000"/>
              </a:lnSpc>
              <a:spcBef>
                <a:spcPts val="1134"/>
              </a:spcBef>
              <a:buNone/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092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CS/AI Doing?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Teach modern software engineering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 first, but…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coding agents effectively, take on larger projects.  AI-enabled development starts at third quarter.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Concentration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 and Math of AI courses teach basic theory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LLMs and Diffusion Models, including how to build AI agents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Reinforcement Learning -- critical method for training coding and math AI agents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Physical AI – computer vision, robotics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 Engineering – applying AI to new problems.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possibilities: AI in cybersecurity, Interpretability Theory…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7750</TotalTime>
  <Application>LibreOffice/25.8.7.1$Windows_X86_64 LibreOffice_project/39c3b7ac021cfb9f4ca681457ad36828f90e2ce7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2026-10-31T09:19:40Z</dcterms:modified>
  <cp:revision>79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