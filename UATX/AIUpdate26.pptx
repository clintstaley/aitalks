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59.xml" ContentType="application/vnd.openxmlformats-officedocument.theme+xml"/>
  <Override PartName="/ppt/theme/theme4.xml" ContentType="application/vnd.openxmlformats-officedocument.theme+xml"/>
  <Override PartName="/ppt/theme/theme26.xml" ContentType="application/vnd.openxmlformats-officedocument.theme+xml"/>
  <Override PartName="/ppt/theme/theme1.xml" ContentType="application/vnd.openxmlformats-officedocument.theme+xml"/>
  <Override PartName="/ppt/theme/theme23.xml" ContentType="application/vnd.openxmlformats-officedocument.theme+xml"/>
  <Override PartName="/ppt/theme/theme58.xml" ContentType="application/vnd.openxmlformats-officedocument.theme+xml"/>
  <Override PartName="/ppt/theme/theme27.xml" ContentType="application/vnd.openxmlformats-officedocument.theme+xml"/>
  <Override PartName="/ppt/theme/theme5.xml" ContentType="application/vnd.openxmlformats-officedocument.theme+xml"/>
  <Override PartName="/ppt/theme/theme57.xml" ContentType="application/vnd.openxmlformats-officedocument.theme+xml"/>
  <Override PartName="/ppt/theme/theme28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56.xml" ContentType="application/vnd.openxmlformats-officedocument.theme+xml"/>
  <Override PartName="/ppt/theme/theme29.xml" ContentType="application/vnd.openxmlformats-officedocument.theme+xml"/>
  <Override PartName="/ppt/theme/theme3.xml" ContentType="application/vnd.openxmlformats-officedocument.theme+xml"/>
  <Override PartName="/ppt/theme/theme21.xml" ContentType="application/vnd.openxmlformats-officedocument.theme+xml"/>
  <Override PartName="/ppt/theme/theme40.xml" ContentType="application/vnd.openxmlformats-officedocument.theme+xml"/>
  <Override PartName="/ppt/theme/theme41.xml" ContentType="application/vnd.openxmlformats-officedocument.theme+xml"/>
  <Override PartName="/ppt/theme/theme6.xml" ContentType="application/vnd.openxmlformats-officedocument.theme+xml"/>
  <Override PartName="/ppt/theme/theme24.xml" ContentType="application/vnd.openxmlformats-officedocument.theme+xml"/>
  <Override PartName="/ppt/theme/theme42.xml" ContentType="application/vnd.openxmlformats-officedocument.theme+xml"/>
  <Override PartName="/ppt/theme/theme7.xml" ContentType="application/vnd.openxmlformats-officedocument.theme+xml"/>
  <Override PartName="/ppt/theme/theme25.xml" ContentType="application/vnd.openxmlformats-officedocument.theme+xml"/>
  <Override PartName="/ppt/theme/theme43.xml" ContentType="application/vnd.openxmlformats-officedocument.theme+xml"/>
  <Override PartName="/ppt/theme/theme55.xml" ContentType="application/vnd.openxmlformats-officedocument.theme+xml"/>
  <Override PartName="/ppt/theme/theme8.xml" ContentType="application/vnd.openxmlformats-officedocument.theme+xml"/>
  <Override PartName="/ppt/theme/theme44.xml" ContentType="application/vnd.openxmlformats-officedocument.theme+xml"/>
  <Override PartName="/ppt/theme/theme54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2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39.xml" ContentType="application/vnd.openxmlformats-officedocument.theme+xml"/>
  <Override PartName="/ppt/theme/theme45.xml" ContentType="application/vnd.openxmlformats-officedocument.theme+xml"/>
  <Override PartName="/ppt/theme/theme46.xml" ContentType="application/vnd.openxmlformats-officedocument.theme+xml"/>
  <Override PartName="/ppt/theme/theme47.xml" ContentType="application/vnd.openxmlformats-officedocument.theme+xml"/>
  <Override PartName="/ppt/theme/theme48.xml" ContentType="application/vnd.openxmlformats-officedocument.theme+xml"/>
  <Override PartName="/ppt/theme/theme49.xml" ContentType="application/vnd.openxmlformats-officedocument.theme+xml"/>
  <Override PartName="/ppt/theme/theme50.xml" ContentType="application/vnd.openxmlformats-officedocument.theme+xml"/>
  <Override PartName="/ppt/theme/theme51.xml" ContentType="application/vnd.openxmlformats-officedocument.theme+xml"/>
  <Override PartName="/ppt/theme/theme52.xml" ContentType="application/vnd.openxmlformats-officedocument.theme+xml"/>
  <Override PartName="/ppt/theme/theme53.xml" ContentType="application/vnd.openxmlformats-officedocument.theme+xml"/>
  <Override PartName="/ppt/theme/theme60.xml" ContentType="application/vnd.openxmlformats-officedocument.theme+xml"/>
  <Override PartName="/ppt/theme/theme61.xml" ContentType="application/vnd.openxmlformats-officedocument.theme+xml"/>
  <Override PartName="/ppt/theme/theme62.xml" ContentType="application/vnd.openxmlformats-officedocument.theme+xml"/>
  <Override PartName="/ppt/theme/theme63.xml" ContentType="application/vnd.openxmlformats-officedocument.theme+xml"/>
  <Override PartName="/ppt/theme/theme64.xml" ContentType="application/vnd.openxmlformats-officedocument.theme+xml"/>
  <Override PartName="/ppt/theme/theme65.xml" ContentType="application/vnd.openxmlformats-officedocument.theme+xml"/>
  <Override PartName="/ppt/theme/theme66.xml" ContentType="application/vnd.openxmlformats-officedocument.theme+xml"/>
  <Override PartName="/ppt/theme/theme67.xml" ContentType="application/vnd.openxmlformats-officedocument.theme+xml"/>
  <Override PartName="/ppt/theme/theme68.xml" ContentType="application/vnd.openxmlformats-officedocument.theme+xml"/>
  <Override PartName="/ppt/theme/theme69.xml" ContentType="application/vnd.openxmlformats-officedocument.theme+xml"/>
  <Override PartName="/ppt/theme/theme70.xml" ContentType="application/vnd.openxmlformats-officedocument.theme+xml"/>
  <Override PartName="/ppt/theme/theme71.xml" ContentType="application/vnd.openxmlformats-officedocument.theme+xml"/>
  <Override PartName="/ppt/theme/theme72.xml" ContentType="application/vnd.openxmlformats-officedocument.theme+xml"/>
  <Override PartName="/ppt/theme/theme73.xml" ContentType="application/vnd.openxmlformats-officedocument.theme+xml"/>
  <Override PartName="/ppt/theme/theme74.xml" ContentType="application/vnd.openxmlformats-officedocument.theme+xml"/>
  <Override PartName="/ppt/theme/theme75.xml" ContentType="application/vnd.openxmlformats-officedocument.theme+xml"/>
  <Override PartName="/ppt/theme/theme76.xml" ContentType="application/vnd.openxmlformats-officedocument.theme+xml"/>
  <Override PartName="/ppt/theme/theme77.xml" ContentType="application/vnd.openxmlformats-officedocument.theme+xml"/>
  <Override PartName="/ppt/theme/theme78.xml" ContentType="application/vnd.openxmlformats-officedocument.theme+xml"/>
  <Override PartName="/ppt/theme/theme79.xml" ContentType="application/vnd.openxmlformats-officedocument.theme+xml"/>
  <Override PartName="/ppt/theme/theme80.xml" ContentType="application/vnd.openxmlformats-officedocument.theme+xml"/>
  <Override PartName="/ppt/theme/theme81.xml" ContentType="application/vnd.openxmlformats-officedocument.theme+xml"/>
  <Override PartName="/ppt/theme/theme82.xml" ContentType="application/vnd.openxmlformats-officedocument.theme+xml"/>
  <Override PartName="/ppt/theme/theme83.xml" ContentType="application/vnd.openxmlformats-officedocument.theme+xml"/>
  <Override PartName="/ppt/theme/theme84.xml" ContentType="application/vnd.openxmlformats-officedocument.theme+xml"/>
  <Override PartName="/ppt/theme/theme85.xml" ContentType="application/vnd.openxmlformats-officedocument.theme+xml"/>
  <Override PartName="/ppt/theme/theme86.xml" ContentType="application/vnd.openxmlformats-officedocument.theme+xml"/>
  <Override PartName="/ppt/theme/theme87.xml" ContentType="application/vnd.openxmlformats-officedocument.theme+xml"/>
  <Override PartName="/ppt/theme/theme88.xml" ContentType="application/vnd.openxmlformats-officedocument.theme+xml"/>
  <Override PartName="/ppt/theme/theme89.xml" ContentType="application/vnd.openxmlformats-officedocument.theme+xml"/>
  <Override PartName="/ppt/theme/theme90.xml" ContentType="application/vnd.openxmlformats-officedocument.theme+xml"/>
  <Override PartName="/ppt/theme/theme91.xml" ContentType="application/vnd.openxmlformats-officedocument.theme+xml"/>
  <Override PartName="/ppt/theme/theme92.xml" ContentType="application/vnd.openxmlformats-officedocument.theme+xml"/>
  <Override PartName="/ppt/theme/theme93.xml" ContentType="application/vnd.openxmlformats-officedocument.theme+xml"/>
  <Override PartName="/ppt/theme/theme94.xml" ContentType="application/vnd.openxmlformats-officedocument.theme+xml"/>
  <Override PartName="/ppt/theme/theme95.xml" ContentType="application/vnd.openxmlformats-officedocument.theme+xml"/>
  <Override PartName="/ppt/theme/theme96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93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9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59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9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58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90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5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5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52.xml" ContentType="application/vnd.openxmlformats-officedocument.presentationml.slideMaster+xml"/>
  <Override PartName="/ppt/slideMasters/slideMaster53.xml" ContentType="application/vnd.openxmlformats-officedocument.presentationml.slideMaster+xml"/>
  <Override PartName="/ppt/slideMasters/slideMaster56.xml" ContentType="application/vnd.openxmlformats-officedocument.presentationml.slideMaster+xml"/>
  <Override PartName="/ppt/slideMasters/slideMaster57.xml" ContentType="application/vnd.openxmlformats-officedocument.presentationml.slideMaster+xml"/>
  <Override PartName="/ppt/slideMasters/slideMaster60.xml" ContentType="application/vnd.openxmlformats-officedocument.presentationml.slideMaster+xml"/>
  <Override PartName="/ppt/slideMasters/slideMaster61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63.xml" ContentType="application/vnd.openxmlformats-officedocument.presentationml.slideMaster+xml"/>
  <Override PartName="/ppt/slideMasters/slideMaster64.xml" ContentType="application/vnd.openxmlformats-officedocument.presentationml.slideMaster+xml"/>
  <Override PartName="/ppt/slideMasters/slideMaster65.xml" ContentType="application/vnd.openxmlformats-officedocument.presentationml.slideMaster+xml"/>
  <Override PartName="/ppt/slideMasters/slideMaster66.xml" ContentType="application/vnd.openxmlformats-officedocument.presentationml.slideMaster+xml"/>
  <Override PartName="/ppt/slideMasters/slideMaster67.xml" ContentType="application/vnd.openxmlformats-officedocument.presentationml.slideMaster+xml"/>
  <Override PartName="/ppt/slideMasters/slideMaster68.xml" ContentType="application/vnd.openxmlformats-officedocument.presentationml.slideMaster+xml"/>
  <Override PartName="/ppt/slideMasters/slideMaster69.xml" ContentType="application/vnd.openxmlformats-officedocument.presentationml.slideMaster+xml"/>
  <Override PartName="/ppt/slideMasters/slideMaster70.xml" ContentType="application/vnd.openxmlformats-officedocument.presentationml.slideMaster+xml"/>
  <Override PartName="/ppt/slideMasters/slideMaster71.xml" ContentType="application/vnd.openxmlformats-officedocument.presentationml.slideMaster+xml"/>
  <Override PartName="/ppt/slideMasters/slideMaster72.xml" ContentType="application/vnd.openxmlformats-officedocument.presentationml.slideMaster+xml"/>
  <Override PartName="/ppt/slideMasters/slideMaster73.xml" ContentType="application/vnd.openxmlformats-officedocument.presentationml.slideMaster+xml"/>
  <Override PartName="/ppt/slideMasters/slideMaster74.xml" ContentType="application/vnd.openxmlformats-officedocument.presentationml.slideMaster+xml"/>
  <Override PartName="/ppt/slideMasters/slideMaster75.xml" ContentType="application/vnd.openxmlformats-officedocument.presentationml.slideMaster+xml"/>
  <Override PartName="/ppt/slideMasters/slideMaster76.xml" ContentType="application/vnd.openxmlformats-officedocument.presentationml.slideMaster+xml"/>
  <Override PartName="/ppt/slideMasters/slideMaster77.xml" ContentType="application/vnd.openxmlformats-officedocument.presentationml.slideMaster+xml"/>
  <Override PartName="/ppt/slideMasters/slideMaster78.xml" ContentType="application/vnd.openxmlformats-officedocument.presentationml.slideMaster+xml"/>
  <Override PartName="/ppt/slideMasters/slideMaster79.xml" ContentType="application/vnd.openxmlformats-officedocument.presentationml.slideMaster+xml"/>
  <Override PartName="/ppt/slideMasters/slideMaster80.xml" ContentType="application/vnd.openxmlformats-officedocument.presentationml.slideMaster+xml"/>
  <Override PartName="/ppt/slideMasters/slideMaster81.xml" ContentType="application/vnd.openxmlformats-officedocument.presentationml.slideMaster+xml"/>
  <Override PartName="/ppt/slideMasters/slideMaster82.xml" ContentType="application/vnd.openxmlformats-officedocument.presentationml.slideMaster+xml"/>
  <Override PartName="/ppt/slideMasters/slideMaster83.xml" ContentType="application/vnd.openxmlformats-officedocument.presentationml.slideMaster+xml"/>
  <Override PartName="/ppt/slideMasters/slideMaster84.xml" ContentType="application/vnd.openxmlformats-officedocument.presentationml.slideMaster+xml"/>
  <Override PartName="/ppt/slideMasters/slideMaster85.xml" ContentType="application/vnd.openxmlformats-officedocument.presentationml.slideMaster+xml"/>
  <Override PartName="/ppt/slideMasters/slideMaster86.xml" ContentType="application/vnd.openxmlformats-officedocument.presentationml.slideMaster+xml"/>
  <Override PartName="/ppt/slideMasters/slideMaster87.xml" ContentType="application/vnd.openxmlformats-officedocument.presentationml.slideMaster+xml"/>
  <Override PartName="/ppt/slideMasters/slideMaster88.xml" ContentType="application/vnd.openxmlformats-officedocument.presentationml.slideMaster+xml"/>
  <Override PartName="/ppt/slideMasters/slideMaster89.xml" ContentType="application/vnd.openxmlformats-officedocument.presentationml.slideMaster+xml"/>
  <Override PartName="/ppt/slideMasters/slideMaster94.xml" ContentType="application/vnd.openxmlformats-officedocument.presentationml.slideMaster+xml"/>
  <Override PartName="/ppt/slideMasters/slideMaster95.xml" ContentType="application/vnd.openxmlformats-officedocument.presentationml.slideMaster+xml"/>
  <Override PartName="/ppt/slideMasters/slideMaster96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7" r:id="rId11"/>
    <p:sldMasterId id="2147483669" r:id="rId12"/>
    <p:sldMasterId id="2147483671" r:id="rId13"/>
    <p:sldMasterId id="2147483673" r:id="rId14"/>
    <p:sldMasterId id="2147483675" r:id="rId15"/>
    <p:sldMasterId id="2147483677" r:id="rId16"/>
    <p:sldMasterId id="2147483679" r:id="rId17"/>
    <p:sldMasterId id="2147483681" r:id="rId18"/>
    <p:sldMasterId id="2147483683" r:id="rId19"/>
    <p:sldMasterId id="2147483685" r:id="rId20"/>
    <p:sldMasterId id="2147483687" r:id="rId21"/>
    <p:sldMasterId id="2147483689" r:id="rId22"/>
    <p:sldMasterId id="2147483693" r:id="rId23"/>
    <p:sldMasterId id="2147483695" r:id="rId24"/>
    <p:sldMasterId id="2147483697" r:id="rId25"/>
    <p:sldMasterId id="2147483699" r:id="rId26"/>
    <p:sldMasterId id="2147483701" r:id="rId27"/>
    <p:sldMasterId id="2147483703" r:id="rId28"/>
    <p:sldMasterId id="2147483705" r:id="rId29"/>
    <p:sldMasterId id="2147483707" r:id="rId30"/>
    <p:sldMasterId id="2147483709" r:id="rId31"/>
    <p:sldMasterId id="2147483711" r:id="rId32"/>
    <p:sldMasterId id="2147483713" r:id="rId33"/>
    <p:sldMasterId id="2147483715" r:id="rId34"/>
    <p:sldMasterId id="2147483718" r:id="rId35"/>
    <p:sldMasterId id="2147483720" r:id="rId36"/>
    <p:sldMasterId id="2147483722" r:id="rId37"/>
    <p:sldMasterId id="2147483724" r:id="rId38"/>
    <p:sldMasterId id="2147483726" r:id="rId39"/>
    <p:sldMasterId id="2147483728" r:id="rId40"/>
    <p:sldMasterId id="2147483730" r:id="rId41"/>
    <p:sldMasterId id="2147483732" r:id="rId42"/>
    <p:sldMasterId id="2147483734" r:id="rId43"/>
    <p:sldMasterId id="2147483736" r:id="rId44"/>
    <p:sldMasterId id="2147483738" r:id="rId45"/>
    <p:sldMasterId id="2147483740" r:id="rId46"/>
    <p:sldMasterId id="2147483742" r:id="rId47"/>
    <p:sldMasterId id="2147483744" r:id="rId48"/>
    <p:sldMasterId id="2147483746" r:id="rId49"/>
    <p:sldMasterId id="2147483748" r:id="rId50"/>
    <p:sldMasterId id="2147483750" r:id="rId51"/>
    <p:sldMasterId id="2147483752" r:id="rId52"/>
    <p:sldMasterId id="2147483754" r:id="rId53"/>
    <p:sldMasterId id="2147483756" r:id="rId54"/>
    <p:sldMasterId id="2147483758" r:id="rId55"/>
    <p:sldMasterId id="2147483760" r:id="rId56"/>
    <p:sldMasterId id="2147483762" r:id="rId57"/>
    <p:sldMasterId id="2147483764" r:id="rId58"/>
    <p:sldMasterId id="2147483766" r:id="rId59"/>
    <p:sldMasterId id="2147483768" r:id="rId60"/>
    <p:sldMasterId id="2147483770" r:id="rId61"/>
    <p:sldMasterId id="2147483772" r:id="rId62"/>
    <p:sldMasterId id="2147483774" r:id="rId63"/>
    <p:sldMasterId id="2147483776" r:id="rId64"/>
    <p:sldMasterId id="2147483778" r:id="rId65"/>
    <p:sldMasterId id="2147483780" r:id="rId66"/>
    <p:sldMasterId id="2147483782" r:id="rId67"/>
    <p:sldMasterId id="2147483784" r:id="rId68"/>
    <p:sldMasterId id="2147483786" r:id="rId69"/>
    <p:sldMasterId id="2147483788" r:id="rId70"/>
    <p:sldMasterId id="2147483790" r:id="rId71"/>
    <p:sldMasterId id="2147483792" r:id="rId72"/>
    <p:sldMasterId id="2147483794" r:id="rId73"/>
    <p:sldMasterId id="2147483796" r:id="rId74"/>
    <p:sldMasterId id="2147483798" r:id="rId75"/>
    <p:sldMasterId id="2147483800" r:id="rId76"/>
    <p:sldMasterId id="2147483802" r:id="rId77"/>
    <p:sldMasterId id="2147483804" r:id="rId78"/>
    <p:sldMasterId id="2147483806" r:id="rId79"/>
    <p:sldMasterId id="2147483808" r:id="rId80"/>
    <p:sldMasterId id="2147483810" r:id="rId81"/>
    <p:sldMasterId id="2147483812" r:id="rId82"/>
    <p:sldMasterId id="2147483815" r:id="rId83"/>
    <p:sldMasterId id="2147483817" r:id="rId84"/>
    <p:sldMasterId id="2147483820" r:id="rId85"/>
    <p:sldMasterId id="2147483821" r:id="rId86"/>
    <p:sldMasterId id="2147483822" r:id="rId87"/>
    <p:sldMasterId id="2147483823" r:id="rId88"/>
    <p:sldMasterId id="2147483824" r:id="rId89"/>
    <p:sldMasterId id="2147483825" r:id="rId90"/>
    <p:sldMasterId id="2147483826" r:id="rId91"/>
    <p:sldMasterId id="2147483827" r:id="rId92"/>
    <p:sldMasterId id="2147483828" r:id="rId93"/>
    <p:sldMasterId id="2147483829" r:id="rId94"/>
    <p:sldMasterId id="2147483831" r:id="rId95"/>
    <p:sldMasterId id="2147483832" r:id="rId96"/>
    <p:sldMasterId id="2147483833" r:id="rId97"/>
  </p:sldMasterIdLst>
  <p:sldIdLst>
    <p:sldId id="256" r:id="rId98"/>
    <p:sldId id="257" r:id="rId99"/>
    <p:sldId id="258" r:id="rId100"/>
    <p:sldId id="259" r:id="rId101"/>
    <p:sldId id="260" r:id="rId102"/>
    <p:sldId id="261" r:id="rId103"/>
    <p:sldId id="262" r:id="rId104"/>
    <p:sldId id="263" r:id="rId105"/>
    <p:sldId id="264" r:id="rId106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slideMaster" Target="slideMasters/slideMaster47.xml"/><Relationship Id="rId49" Type="http://schemas.openxmlformats.org/officeDocument/2006/relationships/slideMaster" Target="slideMasters/slideMaster48.xml"/><Relationship Id="rId50" Type="http://schemas.openxmlformats.org/officeDocument/2006/relationships/slideMaster" Target="slideMasters/slideMaster49.xml"/><Relationship Id="rId51" Type="http://schemas.openxmlformats.org/officeDocument/2006/relationships/slideMaster" Target="slideMasters/slideMaster50.xml"/><Relationship Id="rId52" Type="http://schemas.openxmlformats.org/officeDocument/2006/relationships/slideMaster" Target="slideMasters/slideMaster51.xml"/><Relationship Id="rId53" Type="http://schemas.openxmlformats.org/officeDocument/2006/relationships/slideMaster" Target="slideMasters/slideMaster52.xml"/><Relationship Id="rId54" Type="http://schemas.openxmlformats.org/officeDocument/2006/relationships/slideMaster" Target="slideMasters/slideMaster53.xml"/><Relationship Id="rId55" Type="http://schemas.openxmlformats.org/officeDocument/2006/relationships/slideMaster" Target="slideMasters/slideMaster54.xml"/><Relationship Id="rId56" Type="http://schemas.openxmlformats.org/officeDocument/2006/relationships/slideMaster" Target="slideMasters/slideMaster55.xml"/><Relationship Id="rId57" Type="http://schemas.openxmlformats.org/officeDocument/2006/relationships/slideMaster" Target="slideMasters/slideMaster56.xml"/><Relationship Id="rId58" Type="http://schemas.openxmlformats.org/officeDocument/2006/relationships/slideMaster" Target="slideMasters/slideMaster57.xml"/><Relationship Id="rId59" Type="http://schemas.openxmlformats.org/officeDocument/2006/relationships/slideMaster" Target="slideMasters/slideMaster58.xml"/><Relationship Id="rId60" Type="http://schemas.openxmlformats.org/officeDocument/2006/relationships/slideMaster" Target="slideMasters/slideMaster59.xml"/><Relationship Id="rId61" Type="http://schemas.openxmlformats.org/officeDocument/2006/relationships/slideMaster" Target="slideMasters/slideMaster60.xml"/><Relationship Id="rId62" Type="http://schemas.openxmlformats.org/officeDocument/2006/relationships/slideMaster" Target="slideMasters/slideMaster61.xml"/><Relationship Id="rId63" Type="http://schemas.openxmlformats.org/officeDocument/2006/relationships/slideMaster" Target="slideMasters/slideMaster62.xml"/><Relationship Id="rId64" Type="http://schemas.openxmlformats.org/officeDocument/2006/relationships/slideMaster" Target="slideMasters/slideMaster63.xml"/><Relationship Id="rId65" Type="http://schemas.openxmlformats.org/officeDocument/2006/relationships/slideMaster" Target="slideMasters/slideMaster64.xml"/><Relationship Id="rId66" Type="http://schemas.openxmlformats.org/officeDocument/2006/relationships/slideMaster" Target="slideMasters/slideMaster65.xml"/><Relationship Id="rId67" Type="http://schemas.openxmlformats.org/officeDocument/2006/relationships/slideMaster" Target="slideMasters/slideMaster66.xml"/><Relationship Id="rId68" Type="http://schemas.openxmlformats.org/officeDocument/2006/relationships/slideMaster" Target="slideMasters/slideMaster67.xml"/><Relationship Id="rId69" Type="http://schemas.openxmlformats.org/officeDocument/2006/relationships/slideMaster" Target="slideMasters/slideMaster68.xml"/><Relationship Id="rId70" Type="http://schemas.openxmlformats.org/officeDocument/2006/relationships/slideMaster" Target="slideMasters/slideMaster69.xml"/><Relationship Id="rId71" Type="http://schemas.openxmlformats.org/officeDocument/2006/relationships/slideMaster" Target="slideMasters/slideMaster70.xml"/><Relationship Id="rId72" Type="http://schemas.openxmlformats.org/officeDocument/2006/relationships/slideMaster" Target="slideMasters/slideMaster71.xml"/><Relationship Id="rId73" Type="http://schemas.openxmlformats.org/officeDocument/2006/relationships/slideMaster" Target="slideMasters/slideMaster72.xml"/><Relationship Id="rId74" Type="http://schemas.openxmlformats.org/officeDocument/2006/relationships/slideMaster" Target="slideMasters/slideMaster73.xml"/><Relationship Id="rId75" Type="http://schemas.openxmlformats.org/officeDocument/2006/relationships/slideMaster" Target="slideMasters/slideMaster74.xml"/><Relationship Id="rId76" Type="http://schemas.openxmlformats.org/officeDocument/2006/relationships/slideMaster" Target="slideMasters/slideMaster75.xml"/><Relationship Id="rId77" Type="http://schemas.openxmlformats.org/officeDocument/2006/relationships/slideMaster" Target="slideMasters/slideMaster76.xml"/><Relationship Id="rId78" Type="http://schemas.openxmlformats.org/officeDocument/2006/relationships/slideMaster" Target="slideMasters/slideMaster77.xml"/><Relationship Id="rId79" Type="http://schemas.openxmlformats.org/officeDocument/2006/relationships/slideMaster" Target="slideMasters/slideMaster78.xml"/><Relationship Id="rId80" Type="http://schemas.openxmlformats.org/officeDocument/2006/relationships/slideMaster" Target="slideMasters/slideMaster79.xml"/><Relationship Id="rId81" Type="http://schemas.openxmlformats.org/officeDocument/2006/relationships/slideMaster" Target="slideMasters/slideMaster80.xml"/><Relationship Id="rId82" Type="http://schemas.openxmlformats.org/officeDocument/2006/relationships/slideMaster" Target="slideMasters/slideMaster81.xml"/><Relationship Id="rId83" Type="http://schemas.openxmlformats.org/officeDocument/2006/relationships/slideMaster" Target="slideMasters/slideMaster82.xml"/><Relationship Id="rId84" Type="http://schemas.openxmlformats.org/officeDocument/2006/relationships/slideMaster" Target="slideMasters/slideMaster83.xml"/><Relationship Id="rId85" Type="http://schemas.openxmlformats.org/officeDocument/2006/relationships/slideMaster" Target="slideMasters/slideMaster84.xml"/><Relationship Id="rId86" Type="http://schemas.openxmlformats.org/officeDocument/2006/relationships/slideMaster" Target="slideMasters/slideMaster85.xml"/><Relationship Id="rId87" Type="http://schemas.openxmlformats.org/officeDocument/2006/relationships/slideMaster" Target="slideMasters/slideMaster86.xml"/><Relationship Id="rId88" Type="http://schemas.openxmlformats.org/officeDocument/2006/relationships/slideMaster" Target="slideMasters/slideMaster87.xml"/><Relationship Id="rId89" Type="http://schemas.openxmlformats.org/officeDocument/2006/relationships/slideMaster" Target="slideMasters/slideMaster88.xml"/><Relationship Id="rId90" Type="http://schemas.openxmlformats.org/officeDocument/2006/relationships/slideMaster" Target="slideMasters/slideMaster89.xml"/><Relationship Id="rId91" Type="http://schemas.openxmlformats.org/officeDocument/2006/relationships/slideMaster" Target="slideMasters/slideMaster90.xml"/><Relationship Id="rId92" Type="http://schemas.openxmlformats.org/officeDocument/2006/relationships/slideMaster" Target="slideMasters/slideMaster91.xml"/><Relationship Id="rId93" Type="http://schemas.openxmlformats.org/officeDocument/2006/relationships/slideMaster" Target="slideMasters/slideMaster92.xml"/><Relationship Id="rId94" Type="http://schemas.openxmlformats.org/officeDocument/2006/relationships/slideMaster" Target="slideMasters/slideMaster93.xml"/><Relationship Id="rId95" Type="http://schemas.openxmlformats.org/officeDocument/2006/relationships/slideMaster" Target="slideMasters/slideMaster94.xml"/><Relationship Id="rId96" Type="http://schemas.openxmlformats.org/officeDocument/2006/relationships/slideMaster" Target="slideMasters/slideMaster95.xml"/><Relationship Id="rId97" Type="http://schemas.openxmlformats.org/officeDocument/2006/relationships/slideMaster" Target="slideMasters/slideMaster96.xml"/><Relationship Id="rId98" Type="http://schemas.openxmlformats.org/officeDocument/2006/relationships/slide" Target="slides/slide1.xml"/><Relationship Id="rId99" Type="http://schemas.openxmlformats.org/officeDocument/2006/relationships/slide" Target="slides/slide2.xml"/><Relationship Id="rId100" Type="http://schemas.openxmlformats.org/officeDocument/2006/relationships/slide" Target="slides/slide3.xml"/><Relationship Id="rId101" Type="http://schemas.openxmlformats.org/officeDocument/2006/relationships/slide" Target="slides/slide4.xml"/><Relationship Id="rId102" Type="http://schemas.openxmlformats.org/officeDocument/2006/relationships/slide" Target="slides/slide5.xml"/><Relationship Id="rId103" Type="http://schemas.openxmlformats.org/officeDocument/2006/relationships/slide" Target="slides/slide6.xml"/><Relationship Id="rId104" Type="http://schemas.openxmlformats.org/officeDocument/2006/relationships/slide" Target="slides/slide7.xml"/><Relationship Id="rId105" Type="http://schemas.openxmlformats.org/officeDocument/2006/relationships/slide" Target="slides/slide8.xml"/><Relationship Id="rId106" Type="http://schemas.openxmlformats.org/officeDocument/2006/relationships/slide" Target="slides/slide9.xml"/><Relationship Id="rId10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3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6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7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8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2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3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4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6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7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8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9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0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4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5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7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8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9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0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1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2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4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5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6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8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9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0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1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1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2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3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3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1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7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8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9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20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1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5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6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7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8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9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30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31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32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3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4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5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8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9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40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41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42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43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4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slideLayout" Target="../slideLayouts/slideLayout45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slideLayout" Target="../slideLayouts/slideLayout46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slideLayout" Target="../slideLayouts/slideLayout47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slideLayout" Target="../slideLayouts/slideLayout48.xml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slideLayout" Target="../slideLayouts/slideLayout49.xml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slideLayout" Target="../slideLayouts/slideLayout50.xml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47.xml"/><Relationship Id="rId2" Type="http://schemas.openxmlformats.org/officeDocument/2006/relationships/slideLayout" Target="../slideLayouts/slideLayout51.xml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48.xml"/><Relationship Id="rId2" Type="http://schemas.openxmlformats.org/officeDocument/2006/relationships/slideLayout" Target="../slideLayouts/slideLayout52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49.xml"/><Relationship Id="rId2" Type="http://schemas.openxmlformats.org/officeDocument/2006/relationships/slideLayout" Target="../slideLayouts/slideLayout53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0.xml"/><Relationship Id="rId2" Type="http://schemas.openxmlformats.org/officeDocument/2006/relationships/slideLayout" Target="../slideLayouts/slideLayout54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1.xml"/><Relationship Id="rId2" Type="http://schemas.openxmlformats.org/officeDocument/2006/relationships/slideLayout" Target="../slideLayouts/slideLayout55.xml"/>
</Relationships>
</file>

<file path=ppt/slideMasters/_rels/slideMaster52.xml.rels><?xml version="1.0" encoding="UTF-8"?>
<Relationships xmlns="http://schemas.openxmlformats.org/package/2006/relationships"><Relationship Id="rId1" Type="http://schemas.openxmlformats.org/officeDocument/2006/relationships/theme" Target="../theme/theme52.xml"/><Relationship Id="rId2" Type="http://schemas.openxmlformats.org/officeDocument/2006/relationships/slideLayout" Target="../slideLayouts/slideLayout56.xml"/>
</Relationships>
</file>

<file path=ppt/slideMasters/_rels/slideMaster53.xml.rels><?xml version="1.0" encoding="UTF-8"?>
<Relationships xmlns="http://schemas.openxmlformats.org/package/2006/relationships"><Relationship Id="rId1" Type="http://schemas.openxmlformats.org/officeDocument/2006/relationships/theme" Target="../theme/theme53.xml"/><Relationship Id="rId2" Type="http://schemas.openxmlformats.org/officeDocument/2006/relationships/slideLayout" Target="../slideLayouts/slideLayout57.xml"/>
</Relationships>
</file>

<file path=ppt/slideMasters/_rels/slideMaster54.xml.rels><?xml version="1.0" encoding="UTF-8"?>
<Relationships xmlns="http://schemas.openxmlformats.org/package/2006/relationships"><Relationship Id="rId1" Type="http://schemas.openxmlformats.org/officeDocument/2006/relationships/theme" Target="../theme/theme54.xml"/><Relationship Id="rId2" Type="http://schemas.openxmlformats.org/officeDocument/2006/relationships/slideLayout" Target="../slideLayouts/slideLayout58.xml"/>
</Relationships>
</file>

<file path=ppt/slideMasters/_rels/slideMaster55.xml.rels><?xml version="1.0" encoding="UTF-8"?>
<Relationships xmlns="http://schemas.openxmlformats.org/package/2006/relationships"><Relationship Id="rId1" Type="http://schemas.openxmlformats.org/officeDocument/2006/relationships/theme" Target="../theme/theme55.xml"/><Relationship Id="rId2" Type="http://schemas.openxmlformats.org/officeDocument/2006/relationships/slideLayout" Target="../slideLayouts/slideLayout59.xml"/>
</Relationships>
</file>

<file path=ppt/slideMasters/_rels/slideMaster56.xml.rels><?xml version="1.0" encoding="UTF-8"?>
<Relationships xmlns="http://schemas.openxmlformats.org/package/2006/relationships"><Relationship Id="rId1" Type="http://schemas.openxmlformats.org/officeDocument/2006/relationships/theme" Target="../theme/theme56.xml"/><Relationship Id="rId2" Type="http://schemas.openxmlformats.org/officeDocument/2006/relationships/slideLayout" Target="../slideLayouts/slideLayout60.xml"/>
</Relationships>
</file>

<file path=ppt/slideMasters/_rels/slideMaster57.xml.rels><?xml version="1.0" encoding="UTF-8"?>
<Relationships xmlns="http://schemas.openxmlformats.org/package/2006/relationships"><Relationship Id="rId1" Type="http://schemas.openxmlformats.org/officeDocument/2006/relationships/theme" Target="../theme/theme57.xml"/><Relationship Id="rId2" Type="http://schemas.openxmlformats.org/officeDocument/2006/relationships/slideLayout" Target="../slideLayouts/slideLayout61.xml"/>
</Relationships>
</file>

<file path=ppt/slideMasters/_rels/slideMaster58.xml.rels><?xml version="1.0" encoding="UTF-8"?>
<Relationships xmlns="http://schemas.openxmlformats.org/package/2006/relationships"><Relationship Id="rId1" Type="http://schemas.openxmlformats.org/officeDocument/2006/relationships/theme" Target="../theme/theme58.xml"/><Relationship Id="rId2" Type="http://schemas.openxmlformats.org/officeDocument/2006/relationships/slideLayout" Target="../slideLayouts/slideLayout62.xml"/>
</Relationships>
</file>

<file path=ppt/slideMasters/_rels/slideMaster59.xml.rels><?xml version="1.0" encoding="UTF-8"?>
<Relationships xmlns="http://schemas.openxmlformats.org/package/2006/relationships"><Relationship Id="rId1" Type="http://schemas.openxmlformats.org/officeDocument/2006/relationships/theme" Target="../theme/theme59.xml"/><Relationship Id="rId2" Type="http://schemas.openxmlformats.org/officeDocument/2006/relationships/slideLayout" Target="../slideLayouts/slideLayout63.xml"/>
</Relationships>
</file>

<file path=ppt/slideMasters/_rels/slideMaster60.xml.rels><?xml version="1.0" encoding="UTF-8"?>
<Relationships xmlns="http://schemas.openxmlformats.org/package/2006/relationships"><Relationship Id="rId1" Type="http://schemas.openxmlformats.org/officeDocument/2006/relationships/theme" Target="../theme/theme60.xml"/><Relationship Id="rId2" Type="http://schemas.openxmlformats.org/officeDocument/2006/relationships/slideLayout" Target="../slideLayouts/slideLayout64.xml"/>
</Relationships>
</file>

<file path=ppt/slideMasters/_rels/slideMaster61.xml.rels><?xml version="1.0" encoding="UTF-8"?>
<Relationships xmlns="http://schemas.openxmlformats.org/package/2006/relationships"><Relationship Id="rId1" Type="http://schemas.openxmlformats.org/officeDocument/2006/relationships/theme" Target="../theme/theme61.xml"/><Relationship Id="rId2" Type="http://schemas.openxmlformats.org/officeDocument/2006/relationships/slideLayout" Target="../slideLayouts/slideLayout65.xml"/>
</Relationships>
</file>

<file path=ppt/slideMasters/_rels/slideMaster62.xml.rels><?xml version="1.0" encoding="UTF-8"?>
<Relationships xmlns="http://schemas.openxmlformats.org/package/2006/relationships"><Relationship Id="rId1" Type="http://schemas.openxmlformats.org/officeDocument/2006/relationships/theme" Target="../theme/theme62.xml"/><Relationship Id="rId2" Type="http://schemas.openxmlformats.org/officeDocument/2006/relationships/slideLayout" Target="../slideLayouts/slideLayout66.xml"/>
</Relationships>
</file>

<file path=ppt/slideMasters/_rels/slideMaster63.xml.rels><?xml version="1.0" encoding="UTF-8"?>
<Relationships xmlns="http://schemas.openxmlformats.org/package/2006/relationships"><Relationship Id="rId1" Type="http://schemas.openxmlformats.org/officeDocument/2006/relationships/theme" Target="../theme/theme63.xml"/><Relationship Id="rId2" Type="http://schemas.openxmlformats.org/officeDocument/2006/relationships/slideLayout" Target="../slideLayouts/slideLayout67.xml"/>
</Relationships>
</file>

<file path=ppt/slideMasters/_rels/slideMaster64.xml.rels><?xml version="1.0" encoding="UTF-8"?>
<Relationships xmlns="http://schemas.openxmlformats.org/package/2006/relationships"><Relationship Id="rId1" Type="http://schemas.openxmlformats.org/officeDocument/2006/relationships/theme" Target="../theme/theme64.xml"/><Relationship Id="rId2" Type="http://schemas.openxmlformats.org/officeDocument/2006/relationships/slideLayout" Target="../slideLayouts/slideLayout68.xml"/>
</Relationships>
</file>

<file path=ppt/slideMasters/_rels/slideMaster65.xml.rels><?xml version="1.0" encoding="UTF-8"?>
<Relationships xmlns="http://schemas.openxmlformats.org/package/2006/relationships"><Relationship Id="rId1" Type="http://schemas.openxmlformats.org/officeDocument/2006/relationships/theme" Target="../theme/theme65.xml"/><Relationship Id="rId2" Type="http://schemas.openxmlformats.org/officeDocument/2006/relationships/slideLayout" Target="../slideLayouts/slideLayout69.xml"/>
</Relationships>
</file>

<file path=ppt/slideMasters/_rels/slideMaster66.xml.rels><?xml version="1.0" encoding="UTF-8"?>
<Relationships xmlns="http://schemas.openxmlformats.org/package/2006/relationships"><Relationship Id="rId1" Type="http://schemas.openxmlformats.org/officeDocument/2006/relationships/theme" Target="../theme/theme66.xml"/><Relationship Id="rId2" Type="http://schemas.openxmlformats.org/officeDocument/2006/relationships/slideLayout" Target="../slideLayouts/slideLayout70.xml"/>
</Relationships>
</file>

<file path=ppt/slideMasters/_rels/slideMaster67.xml.rels><?xml version="1.0" encoding="UTF-8"?>
<Relationships xmlns="http://schemas.openxmlformats.org/package/2006/relationships"><Relationship Id="rId1" Type="http://schemas.openxmlformats.org/officeDocument/2006/relationships/theme" Target="../theme/theme67.xml"/><Relationship Id="rId2" Type="http://schemas.openxmlformats.org/officeDocument/2006/relationships/slideLayout" Target="../slideLayouts/slideLayout71.xml"/>
</Relationships>
</file>

<file path=ppt/slideMasters/_rels/slideMaster68.xml.rels><?xml version="1.0" encoding="UTF-8"?>
<Relationships xmlns="http://schemas.openxmlformats.org/package/2006/relationships"><Relationship Id="rId1" Type="http://schemas.openxmlformats.org/officeDocument/2006/relationships/theme" Target="../theme/theme68.xml"/><Relationship Id="rId2" Type="http://schemas.openxmlformats.org/officeDocument/2006/relationships/slideLayout" Target="../slideLayouts/slideLayout72.xml"/>
</Relationships>
</file>

<file path=ppt/slideMasters/_rels/slideMaster69.xml.rels><?xml version="1.0" encoding="UTF-8"?>
<Relationships xmlns="http://schemas.openxmlformats.org/package/2006/relationships"><Relationship Id="rId1" Type="http://schemas.openxmlformats.org/officeDocument/2006/relationships/theme" Target="../theme/theme69.xml"/><Relationship Id="rId2" Type="http://schemas.openxmlformats.org/officeDocument/2006/relationships/slideLayout" Target="../slideLayouts/slideLayout73.xml"/>
</Relationships>
</file>

<file path=ppt/slideMasters/_rels/slideMaster70.xml.rels><?xml version="1.0" encoding="UTF-8"?>
<Relationships xmlns="http://schemas.openxmlformats.org/package/2006/relationships"><Relationship Id="rId1" Type="http://schemas.openxmlformats.org/officeDocument/2006/relationships/theme" Target="../theme/theme70.xml"/><Relationship Id="rId2" Type="http://schemas.openxmlformats.org/officeDocument/2006/relationships/slideLayout" Target="../slideLayouts/slideLayout74.xml"/>
</Relationships>
</file>

<file path=ppt/slideMasters/_rels/slideMaster71.xml.rels><?xml version="1.0" encoding="UTF-8"?>
<Relationships xmlns="http://schemas.openxmlformats.org/package/2006/relationships"><Relationship Id="rId1" Type="http://schemas.openxmlformats.org/officeDocument/2006/relationships/theme" Target="../theme/theme71.xml"/><Relationship Id="rId2" Type="http://schemas.openxmlformats.org/officeDocument/2006/relationships/slideLayout" Target="../slideLayouts/slideLayout75.xml"/>
</Relationships>
</file>

<file path=ppt/slideMasters/_rels/slideMaster72.xml.rels><?xml version="1.0" encoding="UTF-8"?>
<Relationships xmlns="http://schemas.openxmlformats.org/package/2006/relationships"><Relationship Id="rId1" Type="http://schemas.openxmlformats.org/officeDocument/2006/relationships/theme" Target="../theme/theme72.xml"/><Relationship Id="rId2" Type="http://schemas.openxmlformats.org/officeDocument/2006/relationships/slideLayout" Target="../slideLayouts/slideLayout76.xml"/>
</Relationships>
</file>

<file path=ppt/slideMasters/_rels/slideMaster73.xml.rels><?xml version="1.0" encoding="UTF-8"?>
<Relationships xmlns="http://schemas.openxmlformats.org/package/2006/relationships"><Relationship Id="rId1" Type="http://schemas.openxmlformats.org/officeDocument/2006/relationships/theme" Target="../theme/theme73.xml"/><Relationship Id="rId2" Type="http://schemas.openxmlformats.org/officeDocument/2006/relationships/slideLayout" Target="../slideLayouts/slideLayout77.xml"/>
</Relationships>
</file>

<file path=ppt/slideMasters/_rels/slideMaster74.xml.rels><?xml version="1.0" encoding="UTF-8"?>
<Relationships xmlns="http://schemas.openxmlformats.org/package/2006/relationships"><Relationship Id="rId1" Type="http://schemas.openxmlformats.org/officeDocument/2006/relationships/theme" Target="../theme/theme74.xml"/><Relationship Id="rId2" Type="http://schemas.openxmlformats.org/officeDocument/2006/relationships/slideLayout" Target="../slideLayouts/slideLayout78.xml"/>
</Relationships>
</file>

<file path=ppt/slideMasters/_rels/slideMaster75.xml.rels><?xml version="1.0" encoding="UTF-8"?>
<Relationships xmlns="http://schemas.openxmlformats.org/package/2006/relationships"><Relationship Id="rId1" Type="http://schemas.openxmlformats.org/officeDocument/2006/relationships/theme" Target="../theme/theme75.xml"/><Relationship Id="rId2" Type="http://schemas.openxmlformats.org/officeDocument/2006/relationships/slideLayout" Target="../slideLayouts/slideLayout79.xml"/>
</Relationships>
</file>

<file path=ppt/slideMasters/_rels/slideMaster76.xml.rels><?xml version="1.0" encoding="UTF-8"?>
<Relationships xmlns="http://schemas.openxmlformats.org/package/2006/relationships"><Relationship Id="rId1" Type="http://schemas.openxmlformats.org/officeDocument/2006/relationships/theme" Target="../theme/theme76.xml"/><Relationship Id="rId2" Type="http://schemas.openxmlformats.org/officeDocument/2006/relationships/slideLayout" Target="../slideLayouts/slideLayout80.xml"/>
</Relationships>
</file>

<file path=ppt/slideMasters/_rels/slideMaster77.xml.rels><?xml version="1.0" encoding="UTF-8"?>
<Relationships xmlns="http://schemas.openxmlformats.org/package/2006/relationships"><Relationship Id="rId1" Type="http://schemas.openxmlformats.org/officeDocument/2006/relationships/theme" Target="../theme/theme77.xml"/><Relationship Id="rId2" Type="http://schemas.openxmlformats.org/officeDocument/2006/relationships/slideLayout" Target="../slideLayouts/slideLayout81.xml"/>
</Relationships>
</file>

<file path=ppt/slideMasters/_rels/slideMaster78.xml.rels><?xml version="1.0" encoding="UTF-8"?>
<Relationships xmlns="http://schemas.openxmlformats.org/package/2006/relationships"><Relationship Id="rId1" Type="http://schemas.openxmlformats.org/officeDocument/2006/relationships/theme" Target="../theme/theme78.xml"/><Relationship Id="rId2" Type="http://schemas.openxmlformats.org/officeDocument/2006/relationships/slideLayout" Target="../slideLayouts/slideLayout82.xml"/>
</Relationships>
</file>

<file path=ppt/slideMasters/_rels/slideMaster79.xml.rels><?xml version="1.0" encoding="UTF-8"?>
<Relationships xmlns="http://schemas.openxmlformats.org/package/2006/relationships"><Relationship Id="rId1" Type="http://schemas.openxmlformats.org/officeDocument/2006/relationships/theme" Target="../theme/theme79.xml"/><Relationship Id="rId2" Type="http://schemas.openxmlformats.org/officeDocument/2006/relationships/slideLayout" Target="../slideLayouts/slideLayout83.xml"/>
</Relationships>
</file>

<file path=ppt/slideMasters/_rels/slideMaster80.xml.rels><?xml version="1.0" encoding="UTF-8"?>
<Relationships xmlns="http://schemas.openxmlformats.org/package/2006/relationships"><Relationship Id="rId1" Type="http://schemas.openxmlformats.org/officeDocument/2006/relationships/theme" Target="../theme/theme80.xml"/><Relationship Id="rId2" Type="http://schemas.openxmlformats.org/officeDocument/2006/relationships/slideLayout" Target="../slideLayouts/slideLayout84.xml"/>
</Relationships>
</file>

<file path=ppt/slideMasters/_rels/slideMaster81.xml.rels><?xml version="1.0" encoding="UTF-8"?>
<Relationships xmlns="http://schemas.openxmlformats.org/package/2006/relationships"><Relationship Id="rId1" Type="http://schemas.openxmlformats.org/officeDocument/2006/relationships/theme" Target="../theme/theme81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
</Relationships>
</file>

<file path=ppt/slideMasters/_rels/slideMaster82.xml.rels><?xml version="1.0" encoding="UTF-8"?>
<Relationships xmlns="http://schemas.openxmlformats.org/package/2006/relationships"><Relationship Id="rId1" Type="http://schemas.openxmlformats.org/officeDocument/2006/relationships/theme" Target="../theme/theme82.xml"/><Relationship Id="rId2" Type="http://schemas.openxmlformats.org/officeDocument/2006/relationships/slideLayout" Target="../slideLayouts/slideLayout87.xml"/>
</Relationships>
</file>

<file path=ppt/slideMasters/_rels/slideMaster83.xml.rels><?xml version="1.0" encoding="UTF-8"?>
<Relationships xmlns="http://schemas.openxmlformats.org/package/2006/relationships"><Relationship Id="rId1" Type="http://schemas.openxmlformats.org/officeDocument/2006/relationships/theme" Target="../theme/theme83.xml"/><Relationship Id="rId2" Type="http://schemas.openxmlformats.org/officeDocument/2006/relationships/slideLayout" Target="../slideLayouts/slideLayout88.xml"/><Relationship Id="rId3" Type="http://schemas.openxmlformats.org/officeDocument/2006/relationships/slideLayout" Target="../slideLayouts/slideLayout89.xml"/>
</Relationships>
</file>

<file path=ppt/slideMasters/_rels/slideMaster84.xml.rels><?xml version="1.0" encoding="UTF-8"?>
<Relationships xmlns="http://schemas.openxmlformats.org/package/2006/relationships"><Relationship Id="rId1" Type="http://schemas.openxmlformats.org/officeDocument/2006/relationships/theme" Target="../theme/theme84.xml"/>
</Relationships>
</file>

<file path=ppt/slideMasters/_rels/slideMaster85.xml.rels><?xml version="1.0" encoding="UTF-8"?>
<Relationships xmlns="http://schemas.openxmlformats.org/package/2006/relationships"><Relationship Id="rId1" Type="http://schemas.openxmlformats.org/officeDocument/2006/relationships/theme" Target="../theme/theme85.xml"/>
</Relationships>
</file>

<file path=ppt/slideMasters/_rels/slideMaster86.xml.rels><?xml version="1.0" encoding="UTF-8"?>
<Relationships xmlns="http://schemas.openxmlformats.org/package/2006/relationships"><Relationship Id="rId1" Type="http://schemas.openxmlformats.org/officeDocument/2006/relationships/theme" Target="../theme/theme86.xml"/>
</Relationships>
</file>

<file path=ppt/slideMasters/_rels/slideMaster87.xml.rels><?xml version="1.0" encoding="UTF-8"?>
<Relationships xmlns="http://schemas.openxmlformats.org/package/2006/relationships"><Relationship Id="rId1" Type="http://schemas.openxmlformats.org/officeDocument/2006/relationships/theme" Target="../theme/theme87.xml"/>
</Relationships>
</file>

<file path=ppt/slideMasters/_rels/slideMaster88.xml.rels><?xml version="1.0" encoding="UTF-8"?>
<Relationships xmlns="http://schemas.openxmlformats.org/package/2006/relationships"><Relationship Id="rId1" Type="http://schemas.openxmlformats.org/officeDocument/2006/relationships/theme" Target="../theme/theme88.xml"/>
</Relationships>
</file>

<file path=ppt/slideMasters/_rels/slideMaster89.xml.rels><?xml version="1.0" encoding="UTF-8"?>
<Relationships xmlns="http://schemas.openxmlformats.org/package/2006/relationships"><Relationship Id="rId1" Type="http://schemas.openxmlformats.org/officeDocument/2006/relationships/theme" Target="../theme/theme89.xml"/>
</Relationships>
</file>

<file path=ppt/slideMasters/_rels/slideMaster90.xml.rels><?xml version="1.0" encoding="UTF-8"?>
<Relationships xmlns="http://schemas.openxmlformats.org/package/2006/relationships"><Relationship Id="rId1" Type="http://schemas.openxmlformats.org/officeDocument/2006/relationships/theme" Target="../theme/theme90.xml"/>
</Relationships>
</file>

<file path=ppt/slideMasters/_rels/slideMaster91.xml.rels><?xml version="1.0" encoding="UTF-8"?>
<Relationships xmlns="http://schemas.openxmlformats.org/package/2006/relationships"><Relationship Id="rId1" Type="http://schemas.openxmlformats.org/officeDocument/2006/relationships/theme" Target="../theme/theme91.xml"/>
</Relationships>
</file>

<file path=ppt/slideMasters/_rels/slideMaster92.xml.rels><?xml version="1.0" encoding="UTF-8"?>
<Relationships xmlns="http://schemas.openxmlformats.org/package/2006/relationships"><Relationship Id="rId1" Type="http://schemas.openxmlformats.org/officeDocument/2006/relationships/theme" Target="../theme/theme92.xml"/>
</Relationships>
</file>

<file path=ppt/slideMasters/_rels/slideMaster93.xml.rels><?xml version="1.0" encoding="UTF-8"?>
<Relationships xmlns="http://schemas.openxmlformats.org/package/2006/relationships"><Relationship Id="rId1" Type="http://schemas.openxmlformats.org/officeDocument/2006/relationships/theme" Target="../theme/theme93.xml"/><Relationship Id="rId2" Type="http://schemas.openxmlformats.org/officeDocument/2006/relationships/slideLayout" Target="../slideLayouts/slideLayout90.xml"/>
</Relationships>
</file>

<file path=ppt/slideMasters/_rels/slideMaster94.xml.rels><?xml version="1.0" encoding="UTF-8"?>
<Relationships xmlns="http://schemas.openxmlformats.org/package/2006/relationships"><Relationship Id="rId1" Type="http://schemas.openxmlformats.org/officeDocument/2006/relationships/theme" Target="../theme/theme94.xml"/>
</Relationships>
</file>

<file path=ppt/slideMasters/_rels/slideMaster95.xml.rels><?xml version="1.0" encoding="UTF-8"?>
<Relationships xmlns="http://schemas.openxmlformats.org/package/2006/relationships"><Relationship Id="rId1" Type="http://schemas.openxmlformats.org/officeDocument/2006/relationships/theme" Target="../theme/theme95.xml"/>
</Relationships>
</file>

<file path=ppt/slideMasters/_rels/slideMaster96.xml.rels><?xml version="1.0" encoding="UTF-8"?>
<Relationships xmlns="http://schemas.openxmlformats.org/package/2006/relationships"><Relationship Id="rId1" Type="http://schemas.openxmlformats.org/officeDocument/2006/relationships/theme" Target="../theme/theme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  <p:sldLayoutId id="2147483666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2"/>
    <p:sldLayoutId id="2147483691" r:id="rId3"/>
    <p:sldLayoutId id="2147483692" r:id="rId4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2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4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6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2"/>
    <p:sldLayoutId id="2147483717" r:id="rId3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1" r:id="rId2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2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2"/>
  </p:sldLayoutIdLst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7" r:id="rId2"/>
  </p:sldLayoutIdLst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9" r:id="rId2"/>
  </p:sldLayoutIdLst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1" r:id="rId2"/>
  </p:sldLayoutIdLst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3" r:id="rId2"/>
  </p:sldLayoutIdLst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2"/>
  </p:sldLayoutIdLst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7" r:id="rId2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9" r:id="rId2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51" r:id="rId2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2"/>
  </p:sldLayoutIdLst>
</p:sldMaster>
</file>

<file path=ppt/slideMasters/slideMaster5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5" r:id="rId2"/>
  </p:sldLayoutIdLst>
</p:sldMaster>
</file>

<file path=ppt/slideMasters/slideMaster5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2"/>
  </p:sldLayoutIdLst>
</p:sldMaster>
</file>

<file path=ppt/slideMasters/slideMaster5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9" r:id="rId2"/>
  </p:sldLayoutIdLst>
</p:sldMaster>
</file>

<file path=ppt/slideMasters/slideMaster5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1" r:id="rId2"/>
  </p:sldLayoutIdLst>
</p:sldMaster>
</file>

<file path=ppt/slideMasters/slideMaster5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3" r:id="rId2"/>
  </p:sldLayoutIdLst>
</p:sldMaster>
</file>

<file path=ppt/slideMasters/slideMaster5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5" r:id="rId2"/>
  </p:sldLayoutIdLst>
</p:sldMaster>
</file>

<file path=ppt/slideMasters/slideMaster5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7" r:id="rId2"/>
  </p:sldLayoutIdLst>
</p:sldMaster>
</file>

<file path=ppt/slideMasters/slideMaster5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2"/>
  </p:sldLayoutIdLst>
</p:sldMaster>
</file>

<file path=ppt/slideMasters/slideMaster6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1" r:id="rId2"/>
  </p:sldLayoutIdLst>
</p:sldMaster>
</file>

<file path=ppt/slideMasters/slideMaster6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3" r:id="rId2"/>
  </p:sldLayoutIdLst>
</p:sldMaster>
</file>

<file path=ppt/slideMasters/slideMaster6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75" r:id="rId2"/>
  </p:sldLayoutIdLst>
</p:sldMaster>
</file>

<file path=ppt/slideMasters/slideMaster6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7" r:id="rId2"/>
  </p:sldLayoutIdLst>
</p:sldMaster>
</file>

<file path=ppt/slideMasters/slideMaster6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2"/>
  </p:sldLayoutIdLst>
</p:sldMaster>
</file>

<file path=ppt/slideMasters/slideMaster6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1" r:id="rId2"/>
  </p:sldLayoutIdLst>
</p:sldMaster>
</file>

<file path=ppt/slideMasters/slideMaster6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3" r:id="rId2"/>
  </p:sldLayoutIdLst>
</p:sldMaster>
</file>

<file path=ppt/slideMasters/slideMaster6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5" r:id="rId2"/>
  </p:sldLayoutIdLst>
</p:sldMaster>
</file>

<file path=ppt/slideMasters/slideMaster6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7" r:id="rId2"/>
  </p:sldLayoutIdLst>
</p:sldMaster>
</file>

<file path=ppt/slideMasters/slideMaster6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9" r:id="rId2"/>
  </p:sldLayoutIdLst>
</p:sldMaster>
</file>

<file path=ppt/slideMasters/slideMaster7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1" r:id="rId2"/>
  </p:sldLayoutIdLst>
</p:sldMaster>
</file>

<file path=ppt/slideMasters/slideMaster7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3" r:id="rId2"/>
  </p:sldLayoutIdLst>
</p:sldMaster>
</file>

<file path=ppt/slideMasters/slideMaster7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5" r:id="rId2"/>
  </p:sldLayoutIdLst>
</p:sldMaster>
</file>

<file path=ppt/slideMasters/slideMaster7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7" r:id="rId2"/>
  </p:sldLayoutIdLst>
</p:sldMaster>
</file>

<file path=ppt/slideMasters/slideMaster7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99" r:id="rId2"/>
  </p:sldLayoutIdLst>
</p:sldMaster>
</file>

<file path=ppt/slideMasters/slideMaster7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1" r:id="rId2"/>
  </p:sldLayoutIdLst>
</p:sldMaster>
</file>

<file path=ppt/slideMasters/slideMaster7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3" r:id="rId2"/>
  </p:sldLayoutIdLst>
</p:sldMaster>
</file>

<file path=ppt/slideMasters/slideMaster7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2"/>
  </p:sldLayoutIdLst>
</p:sldMaster>
</file>

<file path=ppt/slideMasters/slideMaster7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2"/>
  </p:sldLayoutIdLst>
</p:sldMaster>
</file>

<file path=ppt/slideMasters/slideMaster7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9" r:id="rId2"/>
  </p:sldLayoutIdLst>
</p:sldMaster>
</file>

<file path=ppt/slideMasters/slideMaster8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2"/>
  </p:sldLayoutIdLst>
</p:sldMaster>
</file>

<file path=ppt/slideMasters/slideMaster8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3" r:id="rId2"/>
    <p:sldLayoutId id="2147483814" r:id="rId3"/>
  </p:sldLayoutIdLst>
</p:sldMaster>
</file>

<file path=ppt/slideMasters/slideMaster8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6" r:id="rId2"/>
  </p:sldLayoutIdLst>
</p:sldMaster>
</file>

<file path=ppt/slideMasters/slideMaster8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2"/>
    <p:sldLayoutId id="2147483819" r:id="rId3"/>
  </p:sldLayoutIdLst>
</p:sldMaster>
</file>

<file path=ppt/slideMasters/slideMaster8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2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0" r:id="rId2"/>
  </p:sldLayoutIdLst>
</p:sldMaster>
</file>

<file path=ppt/slideMasters/slideMaster9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CustomShape 1"/>
          <p:cNvSpPr/>
          <p:nvPr/>
        </p:nvSpPr>
        <p:spPr>
          <a:xfrm>
            <a:off x="731520" y="2088360"/>
            <a:ext cx="906372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AI Update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Dr. Clint Staley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Dean of Sciences, UATX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CSC Professor Emeritus, Cal Poly SLO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CustomShape 2"/>
          <p:cNvSpPr/>
          <p:nvPr/>
        </p:nvSpPr>
        <p:spPr>
          <a:xfrm>
            <a:off x="4206240" y="2768400"/>
            <a:ext cx="163944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CustomShape 1"/>
          <p:cNvSpPr/>
          <p:nvPr/>
        </p:nvSpPr>
        <p:spPr>
          <a:xfrm>
            <a:off x="503640" y="477720"/>
            <a:ext cx="9063720" cy="93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Current AI Events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CustomShape 2"/>
          <p:cNvSpPr/>
          <p:nvPr/>
        </p:nvSpPr>
        <p:spPr>
          <a:xfrm>
            <a:off x="503640" y="1326240"/>
            <a:ext cx="9063720" cy="32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PlaceHolder 1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Steady Frontier Model Improvement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Agents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Professional Impacts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Concerns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Center Economics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ustomShape 1"/>
          <p:cNvSpPr/>
          <p:nvPr/>
        </p:nvSpPr>
        <p:spPr>
          <a:xfrm>
            <a:off x="503640" y="182520"/>
            <a:ext cx="9063720" cy="93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Improvements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2"/>
          <p:cNvSpPr/>
          <p:nvPr/>
        </p:nvSpPr>
        <p:spPr>
          <a:xfrm>
            <a:off x="503640" y="1096920"/>
            <a:ext cx="9063720" cy="351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700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2025 vs today – notable improvements in coding, math, reasoning.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“Recursive self-improvement” may come soon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LLMs revising their own architecture and training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Not “stochastic parrots”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Research inside the models finds real concepts and reasoning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Mathematical research as evidence of reasoning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Navier-Stokes; unit distance; Erdos problems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CustomShape 3"/>
          <p:cNvSpPr/>
          <p:nvPr/>
        </p:nvSpPr>
        <p:spPr>
          <a:xfrm>
            <a:off x="503640" y="182520"/>
            <a:ext cx="9063720" cy="93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Agents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CustomShape 4"/>
          <p:cNvSpPr/>
          <p:nvPr/>
        </p:nvSpPr>
        <p:spPr>
          <a:xfrm>
            <a:off x="503640" y="1096920"/>
            <a:ext cx="9063720" cy="351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850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LLM empowered to act, not just “talk”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System honors LLM requests for outside action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Access files and browse web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Alter local documents, code, databases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Access online stores, bank accounts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Used as personal “admin”, coder, purchasing agent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“Book my flights, and file the expense report”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CustomShape 18"/>
          <p:cNvSpPr/>
          <p:nvPr/>
        </p:nvSpPr>
        <p:spPr>
          <a:xfrm>
            <a:off x="503640" y="225720"/>
            <a:ext cx="9063720" cy="93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Professional Impacts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CustomShape 8"/>
          <p:cNvSpPr/>
          <p:nvPr/>
        </p:nvSpPr>
        <p:spPr>
          <a:xfrm>
            <a:off x="503640" y="1326240"/>
            <a:ext cx="9063720" cy="32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850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Coding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agents can now do 90-100% of direct coding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Customer service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Junior finance roles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Routine roles of all sorts likely to suffer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But, juniors able to use AI effectively, and function at a higher level, will do well.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CustomShape 5"/>
          <p:cNvSpPr/>
          <p:nvPr/>
        </p:nvSpPr>
        <p:spPr>
          <a:xfrm>
            <a:off x="503640" y="182520"/>
            <a:ext cx="9063720" cy="93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Safety Concerns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CustomShape 6"/>
          <p:cNvSpPr/>
          <p:nvPr/>
        </p:nvSpPr>
        <p:spPr>
          <a:xfrm>
            <a:off x="503640" y="1096920"/>
            <a:ext cx="9063720" cy="351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850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Agentic AI can do “hacking” faster and at more depth than humans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Hugging Face incident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PHP security flaw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Good news: systems may become more secure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Bad news: we don’t know how smart it will get, and whether “alignment” will hold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Amodei’s “We Must Pace the Frontier” essay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CustomShape 7"/>
          <p:cNvSpPr/>
          <p:nvPr/>
        </p:nvSpPr>
        <p:spPr>
          <a:xfrm>
            <a:off x="503640" y="182520"/>
            <a:ext cx="9063720" cy="93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Center Economics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CustomShape 12"/>
          <p:cNvSpPr/>
          <p:nvPr/>
        </p:nvSpPr>
        <p:spPr>
          <a:xfrm>
            <a:off x="503640" y="1096920"/>
            <a:ext cx="9063720" cy="351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775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Bad news: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Power consumption raising rates in various areas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	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	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	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Water for cooling also a concern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Supply constraints on memory, GPUs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Good news: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Water recycling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Past and future work on efficient “inference”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Possibility of on-orbit data centers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TextShape 1"/>
          <p:cNvSpPr/>
          <p:nvPr/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Future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Shape 3"/>
          <p:cNvSpPr/>
          <p:nvPr/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47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All Tech follows S-curves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Aerospace example, and two prior “winters” in neural networks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Option A: current S-curve plateaus in 1-2 years, absent deeper theory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Some experts expect this (Ilya Sutskever)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Option B: plateau later, reaching AGI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Unprecedented investment and research community; improvements continue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Option C: advances to self-improving loop – “singularity”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Which one – depends on who you listen to.  Need better theory!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Two years ago A:70% B:20%; C:10%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Now A:20% B:60%; C:20%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Underlying math has huge potential for fourth S-curve after any near term plateau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Is UATX Doing?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Sciences Center (Arts will speak independently)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 on judgment, design, and effective use of AI.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 over the “apprentice gap”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Specifics: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Intelligent use of LLMs and AI in all areas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Individual study using AI assistance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CS, concentration focus on AI-enabled software development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AI concentration, a full suite of courses on the theory and construction of AI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7745</TotalTime>
  <Application>LibreOffice/25.8.7.1$Windows_X86_64 LibreOffice_project/39c3b7ac021cfb9f4ca681457ad36828f90e2ce7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2017-10-20T23:41:18Z</dcterms:created>
  <dc:creator/>
  <dc:description/>
  <dc:language>en-US</dc:language>
  <cp:lastModifiedBy/>
  <cp:lastPrinted>2023-04-17T14:15:08Z</cp:lastPrinted>
  <dcterms:modified xsi:type="dcterms:W3CDTF">2026-10-30T21:22:03Z</dcterms:modified>
  <cp:revision>78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