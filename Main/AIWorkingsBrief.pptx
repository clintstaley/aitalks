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 txBox="1"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Quick GPT Demo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TextShape 2"/>
          <p:cNvSpPr txBox="1"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Write and Revise a Story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Understands the context of the story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Summarizes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Creates metaphors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Changes Tone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04000" y="182880"/>
            <a:ext cx="9071280" cy="946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An LLM Is </a:t>
            </a:r>
            <a:r>
              <a:rPr b="0" i="1" lang="en-US" sz="4400" spc="-1" strike="noStrike">
                <a:latin typeface="Arial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504000" y="1097280"/>
            <a:ext cx="9071280" cy="351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6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Works with the internet unplugged from it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Core behavior could be one page of code – 12 equations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Important other areas are making major advances too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An LLM 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1" name="TextShape 2"/>
          <p:cNvSpPr txBox="1"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3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12 equations, but on “matrices” – huge grids of numbers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GPT-3.5 has 175 billion numbers; GPT-4 est 1 trillion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The “intelligence” is in those numbers (aka weights or parameters)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The weights are “trained” by incremental adjustment to match known texts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Humans design the training process and the equations, but not the weights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We only understand a bit about how/why the trained weights work.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So, where do we go from here?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87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Great need for deeper understanding.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latin typeface="Arial"/>
              </a:rPr>
              <a:t>Example of early steam power, electricity, chemistry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AI is Promethean Fire, like other major technologies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latin typeface="Arial"/>
              </a:rPr>
              <a:t>Great potential, along with risk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latin typeface="Arial"/>
              </a:rPr>
              <a:t>Informed, thoughtful use will maximize potential and minimize risk. </a:t>
            </a:r>
            <a:endParaRPr b="0" lang="en-US" sz="24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Present trends are hopeful in this regard.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latin typeface="Arial"/>
              </a:rPr>
              <a:t>Prin students should learn its constructive use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A Christian Science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“</a:t>
            </a:r>
            <a:r>
              <a:rPr b="0" i="1" lang="en-US" sz="3200" spc="-1" strike="noStrike">
                <a:latin typeface="Arial"/>
              </a:rPr>
              <a:t>There is no life, truth, intelligence, nor substance in matter. All is infinite Mind and its infinite manifestation…” S&amp;H p 468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“</a:t>
            </a:r>
            <a:r>
              <a:rPr b="0" i="1" lang="en-US" sz="3200" spc="-1" strike="noStrike">
                <a:latin typeface="Arial"/>
              </a:rPr>
              <a:t>Intelligence is omniscience, omnipresence, and omnipotence.  It is the primal and eternal quality of infinite Mind...”  S&amp;H p 469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Questions to Ponder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457200" y="1326600"/>
            <a:ext cx="9071280" cy="388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3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How do we teach it to behave constructively and ethically?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How will it affect future employment?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What can it teach us about the nature of thought and intelligence?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Does AGI deserve rights?  “Who is my neighbor?”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3348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2023-11-02T15:20:42Z</dcterms:modified>
  <cp:revision>29</cp:revision>
  <dc:subject/>
  <dc:title/>
</cp:coreProperties>
</file>