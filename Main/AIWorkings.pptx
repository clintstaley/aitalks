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0920" cy="9457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0920" cy="3287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(e.g.GPT) Works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1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Thinks” in patterns of 12,000 numbers each.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phrases, phrases into sentences, sentences into concepts.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and chooses best next word.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“matrix” equations, one page of code, describes the essential mechanism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GPT Learns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9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Those 12 equations have </a:t>
            </a:r>
            <a:r>
              <a:rPr b="1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many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number-weights (“parameters”)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the 12,000-number “idea” for each word.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combination into higher abstractions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175 billion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parameters for GPT-3.  A trillion (?)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for GPT-4.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come up with them?  By adjusting parameters to imitate examples…  Lots of examples.. 100 million sentences.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Further refinement and “socialization” by RLHF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2966760" y="2520"/>
            <a:ext cx="4151160" cy="5668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504000" y="82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91440" y="907200"/>
            <a:ext cx="9883080" cy="3572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504000" y="226080"/>
            <a:ext cx="907236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Network Training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504000" y="1326600"/>
            <a:ext cx="5531400" cy="328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2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Example of 2 weights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Red mountains have high error; blue valleys have low error.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Start with random weights, then tweak weights to move toward low error.  Rinse and repeat…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“</a:t>
            </a:r>
            <a:r>
              <a:rPr b="0" i="1" lang="en-US" sz="3200" spc="-1" strike="noStrike">
                <a:latin typeface="Arial"/>
              </a:rPr>
              <a:t>Learning” is just rolling a ball down a hill, in high dimensions.  No plan, no higher reasoning...  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The network is thus self-taught, automatically adjusted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latin typeface="Arial"/>
              </a:rPr>
              <a:t>But, with 1 trillion dimensions, and 100 million sentences.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5951520" y="1280520"/>
            <a:ext cx="3650400" cy="2194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3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Doesn’t do web hunts.  Could run on a disconnected computer.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Trained weights are “long term memory”.  Current conversation is “short term memory”.  All internal logic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It’s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self-organized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to follow examples.  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CustomShape 1"/>
          <p:cNvSpPr/>
          <p:nvPr/>
        </p:nvSpPr>
        <p:spPr>
          <a:xfrm>
            <a:off x="504000" y="182880"/>
            <a:ext cx="9070560" cy="945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5" name="CustomShape 2"/>
          <p:cNvSpPr/>
          <p:nvPr/>
        </p:nvSpPr>
        <p:spPr>
          <a:xfrm>
            <a:off x="504000" y="1097280"/>
            <a:ext cx="9070560" cy="3516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9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just an improved search engine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hand-crafted code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the whole modern AI story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a sophisticated mathematical engine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self-organizing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a mystery even to its creators 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Some Useful Philosophy Terms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4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Turing Test: Does it act fully human?  If so, it is…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Artificial General Intelligence or AGI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Weak AI: AGI behavior, but no actual awareness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Modern usage sometimes has “narrow” meaning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Strong AI: AGI behavior, and is aware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Hard Problem of Consciousness: How can we tell if other people are aware/conscious?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It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29" name="CustomShape 2"/>
          <p:cNvSpPr/>
          <p:nvPr/>
        </p:nvSpPr>
        <p:spPr>
          <a:xfrm>
            <a:off x="457200" y="1254600"/>
            <a:ext cx="9070920" cy="404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5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Behavior suggests world-models, theory of mind, etc.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really don’t know since we’re not sure how the weights work in detail, and it’s not AGI (yet).)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Hallucinations”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we also make silly errors,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Far Will It Advance?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1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"Heavier-than-air flying machines are impossible" Lord Kelvin 1895</a:t>
            </a:r>
            <a:endParaRPr b="0" lang="en-US" sz="24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will reach human intelligence or more</a:t>
            </a:r>
            <a:endParaRPr b="0" lang="en-US" sz="2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Could do self-instruction via reinforcement learning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So, which is it?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3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most researchers would guess “plateau”.  Now most would guess major improvements</a:t>
            </a:r>
            <a:endParaRPr b="0" lang="en-US" sz="24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Desperate need for theory.  Like chemistry in 1823</a:t>
            </a:r>
            <a:endParaRPr b="0" lang="en-US" sz="24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Hinton’s insight on deep learning vs. brains</a:t>
            </a:r>
            <a:endParaRPr b="0" lang="en-US" sz="2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Example of early steam power, electricity, chemistry</a:t>
            </a:r>
            <a:endParaRPr b="0" lang="en-US" sz="2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Birds vs planes</a:t>
            </a:r>
            <a:endParaRPr b="0" lang="en-US" sz="24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GPT-4 is a mouse brain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 Christian Science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5" name="CustomShape 2"/>
          <p:cNvSpPr/>
          <p:nvPr/>
        </p:nvSpPr>
        <p:spPr>
          <a:xfrm>
            <a:off x="504000" y="1326600"/>
            <a:ext cx="9070920" cy="328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There is no life, truth, intelligence, nor substance in matter. All is infinite Mind and its infinite manifestation…” S&amp;H p 468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Intelligence is omniscience, omnipresence, and omnipotence.  It is the primal and eternal quality of infinite Mind...”  S&amp;H p 469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CustomShape 1"/>
          <p:cNvSpPr/>
          <p:nvPr/>
        </p:nvSpPr>
        <p:spPr>
          <a:xfrm>
            <a:off x="504000" y="226080"/>
            <a:ext cx="907092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Questions to Ponder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7" name="CustomShape 2"/>
          <p:cNvSpPr/>
          <p:nvPr/>
        </p:nvSpPr>
        <p:spPr>
          <a:xfrm>
            <a:off x="457200" y="1326600"/>
            <a:ext cx="9070920" cy="388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3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do we teach it to behave constructively and ethically?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How will it affect future employment?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it teach us about the nature of thought and intelligence?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Does AGI deserve rights?  “Who is my neighbor?”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3354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2024-04-12T00:41:13Z</dcterms:modified>
  <cp:revision>30</cp:revision>
  <dc:subject/>
  <dc:title/>
</cp:coreProperties>
</file>