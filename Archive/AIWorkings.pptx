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(e.g.GPT) Works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1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Thinks” in patterns of 12,000 numbers each.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phrases, phrases into sentences, sentences into concepts.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and chooses best next word.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“matrix” equations, one page of code, describes the essential mechanism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GPT Learns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9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Those 12 equations have </a:t>
            </a:r>
            <a:r>
              <a:rPr b="1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number-weights (“parameters”)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the 12,000-number “idea” for each word.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combination into higher abstractions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175 billion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GPT-3.  A trillion (?)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for GPT-4.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come up with them?  By adjusting parameters to imitate examples…  Lots of examples.. 100 million sentences.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Further refinement and “socialization” by RLHF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966760" y="2520"/>
            <a:ext cx="4150440" cy="5668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504000" y="82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91440" y="907200"/>
            <a:ext cx="9882360" cy="3571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Network Training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504000" y="1326600"/>
            <a:ext cx="55306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2 weights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Red mountains have high error; blue valleys have low error.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random weights, then tweak weights to move toward low error.  Rinse and repeat…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Learning” is just rolling a ball down a hill, in high dimensions.  No plan, no higher reasoning...  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network is thus self-taught, automatically adjusted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 trillion dimensions, and 100 million sentences.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5951520" y="1280520"/>
            <a:ext cx="3649680" cy="2193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Doesn’t do web hunts.  Could run on a disconnected computer.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Trained weights are “long term memory”.  Current conversation is “short term memory”.  All internal logic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It’s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follow examples.  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504000" y="1828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504000" y="1097280"/>
            <a:ext cx="9069840" cy="351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just an improved search engine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hand-crafted code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the whole modern AI story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sophisticated mathematical engine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self-organizing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mystery even to its creators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Some Useful Philosophy Terms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4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Turing Test: Does it act fully human?  If so, it is…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Artificial General Intelligence or AGI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Weak AI: AGI behavior, but no actual awareness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Modern usage sometimes has “narrow” meaning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Strong AI: AGI behavior, and is aware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Consciousness: How can we tell if other people are aware/conscious?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It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457200" y="1254600"/>
            <a:ext cx="9070200" cy="4047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detail, and it’s not AGI (yet).)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Hallucinations”</a:t>
            </a:r>
            <a:endParaRPr b="0" lang="en-US" sz="26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we also make silly errors,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Far Will It Advance?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"Heavier-than-air flying machines are impossible" Lord Kelvin 1895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reach human intelligence or more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Could do self-instruction via reinforcement learning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So, which is 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most researchers would guess “plateau”.  Now most would guess major improvements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Desperate need for theory.  Like chemistry in 1824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Hinton’s insight on deep learning vs. brains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early steam power, electricity, chemistry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Birds vs planes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GPT-4 is a mouse brain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Questions to Ponder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457200" y="1326600"/>
            <a:ext cx="9070200" cy="388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teach it to behave constructively and ethically?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will it affect future employment?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it teach us about the nature of thought and intelligence?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Does AGI deserve rights?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3383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2024-06-06T23:01:35Z</dcterms:modified>
  <cp:revision>32</cp:revision>
  <dc:subject/>
  <dc:title/>
</cp:coreProperties>
</file>