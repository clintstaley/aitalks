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731520" y="2088360"/>
            <a:ext cx="9068400" cy="56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A Look at the “Mind” of AI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4206240" y="2768400"/>
            <a:ext cx="1644120" cy="40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503640" y="477720"/>
            <a:ext cx="906840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Large Language Model” (LLM) Demo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3640" y="1326240"/>
            <a:ext cx="9068400" cy="32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Creatively generate ideas. (ChatGPT)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Creates images from text (but note “hallucinations”)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503640" y="182520"/>
            <a:ext cx="906840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503640" y="1096920"/>
            <a:ext cx="9068400" cy="351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7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12 equations</a:t>
            </a:r>
            <a:endParaRPr b="0" lang="en-US" sz="28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503640" y="225720"/>
            <a:ext cx="906840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503640" y="1326240"/>
            <a:ext cx="9068400" cy="328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GPT-3.5 has 175 billion numbers; GPT-4 1.7 trillion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218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to match known texts and human feedback.</a:t>
            </a:r>
            <a:endParaRPr b="0" lang="en-US" sz="3200" spc="-1" strike="noStrike">
              <a:latin typeface="Arial"/>
            </a:endParaRPr>
          </a:p>
          <a:p>
            <a:pPr lvl="1" marL="864000" indent="-3218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504000" y="82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5520" cy="2842200"/>
          </a:xfrm>
          <a:prstGeom prst="rect">
            <a:avLst/>
          </a:prstGeom>
          <a:ln>
            <a:noFill/>
          </a:ln>
        </p:spPr>
      </p:pic>
      <p:sp>
        <p:nvSpPr>
          <p:cNvPr id="162" name="TextShape 2"/>
          <p:cNvSpPr txBox="1"/>
          <p:nvPr/>
        </p:nvSpPr>
        <p:spPr>
          <a:xfrm>
            <a:off x="526320" y="3987360"/>
            <a:ext cx="9071640" cy="1932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Arial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Arial"/>
              </a:rPr>
              <a:t>Each word has a number sequence – an “embedding”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Arial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8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(Many researchers now say “yes”)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It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Really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8" name="CustomShape 2"/>
          <p:cNvSpPr/>
          <p:nvPr/>
        </p:nvSpPr>
        <p:spPr>
          <a:xfrm>
            <a:off x="457200" y="1254600"/>
            <a:ext cx="9069840" cy="4047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Far Will It Advance?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4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"Heavier-than-air flying machines are impossible" Lord Kelvin 1895</a:t>
            </a:r>
            <a:endParaRPr b="0" lang="en-US" sz="2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it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it will reach human intelligence or more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So, which is 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457200" y="1326600"/>
            <a:ext cx="9069840" cy="328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most researchers would guess “plateau”.  Now most would guess major improvements</a:t>
            </a:r>
            <a:endParaRPr b="0" lang="en-US" sz="2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Hinton’s insight on deep learning vs. brains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Birds vs planes</a:t>
            </a:r>
            <a:endParaRPr b="0" lang="en-US" sz="2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GPT-4 is a mouse brain</a:t>
            </a:r>
            <a:endParaRPr b="0" lang="en-US" sz="2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Desperate need for theory.  Like chemistry in 1824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504000" y="226080"/>
            <a:ext cx="90698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Questions to Ponder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457200" y="1326600"/>
            <a:ext cx="9069840" cy="38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3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teach it (“align it”) to behave constructively and ethically?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will it affect future employment?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solve immediate legal issues of copyright, liability, etc?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it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 txBox="1"/>
          <p:nvPr/>
        </p:nvSpPr>
        <p:spPr>
          <a:xfrm>
            <a:off x="504000" y="226080"/>
            <a:ext cx="90723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A 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6" name="TextShape 2"/>
          <p:cNvSpPr txBox="1"/>
          <p:nvPr/>
        </p:nvSpPr>
        <p:spPr>
          <a:xfrm>
            <a:off x="504000" y="1326600"/>
            <a:ext cx="907236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“</a:t>
            </a:r>
            <a:r>
              <a:rPr b="0" i="1" lang="en-US" sz="3200" spc="-1" strike="noStrike">
                <a:latin typeface="Arial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“</a:t>
            </a:r>
            <a:r>
              <a:rPr b="0" i="1" lang="en-US" sz="3200" spc="-1" strike="noStrike">
                <a:latin typeface="Arial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7086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2024-06-29T10:24:31Z</dcterms:modified>
  <cp:revision>39</cp:revision>
  <dc:subject/>
  <dc:title/>
</cp:coreProperties>
</file>